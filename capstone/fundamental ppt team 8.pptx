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9" r:id="rId3"/>
    <p:sldId id="286" r:id="rId4"/>
    <p:sldId id="257" r:id="rId5"/>
    <p:sldId id="285" r:id="rId6"/>
    <p:sldId id="260" r:id="rId7"/>
    <p:sldId id="276" r:id="rId8"/>
    <p:sldId id="263" r:id="rId9"/>
    <p:sldId id="289" r:id="rId10"/>
    <p:sldId id="288" r:id="rId11"/>
    <p:sldId id="290" r:id="rId12"/>
    <p:sldId id="291" r:id="rId13"/>
    <p:sldId id="262" r:id="rId14"/>
    <p:sldId id="269" r:id="rId15"/>
    <p:sldId id="270" r:id="rId16"/>
    <p:sldId id="271" r:id="rId17"/>
    <p:sldId id="272" r:id="rId18"/>
  </p:sldIdLst>
  <p:sldSz cx="12192000" cy="6858000"/>
  <p:notesSz cx="9144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3B8E55-8F46-4A5F-8881-A319B745BE56}" v="34" dt="2026-08-31T03:05:01.49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p:cViewPr varScale="1">
        <p:scale>
          <a:sx n="78" d="100"/>
          <a:sy n="78" d="100"/>
        </p:scale>
        <p:origin x="1032" y="77"/>
      </p:cViewPr>
      <p:guideLst>
        <p:guide orient="horz" pos="288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C Yugesh" userId="8b91df48fc7de51c" providerId="LiveId" clId="{8B4B4DAA-6A5D-43C3-B787-B4E93D32FE64}"/>
    <pc:docChg chg="undo redo custSel addSld delSld modSld sldOrd">
      <pc:chgData name="BC Yugesh" userId="8b91df48fc7de51c" providerId="LiveId" clId="{8B4B4DAA-6A5D-43C3-B787-B4E93D32FE64}" dt="2026-08-31T03:09:24.557" v="496" actId="1076"/>
      <pc:docMkLst>
        <pc:docMk/>
      </pc:docMkLst>
      <pc:sldChg chg="modSp mod">
        <pc:chgData name="BC Yugesh" userId="8b91df48fc7de51c" providerId="LiveId" clId="{8B4B4DAA-6A5D-43C3-B787-B4E93D32FE64}" dt="2026-08-21T03:40:26.968" v="26" actId="113"/>
        <pc:sldMkLst>
          <pc:docMk/>
          <pc:sldMk cId="0" sldId="256"/>
        </pc:sldMkLst>
        <pc:spChg chg="mod">
          <ac:chgData name="BC Yugesh" userId="8b91df48fc7de51c" providerId="LiveId" clId="{8B4B4DAA-6A5D-43C3-B787-B4E93D32FE64}" dt="2026-08-21T03:40:26.968" v="26" actId="113"/>
          <ac:spMkLst>
            <pc:docMk/>
            <pc:sldMk cId="0" sldId="256"/>
            <ac:spMk id="3" creationId="{00000000-0000-0000-0000-000000000000}"/>
          </ac:spMkLst>
        </pc:spChg>
      </pc:sldChg>
      <pc:sldChg chg="addSp modSp mod">
        <pc:chgData name="BC Yugesh" userId="8b91df48fc7de51c" providerId="LiveId" clId="{8B4B4DAA-6A5D-43C3-B787-B4E93D32FE64}" dt="2026-08-31T03:00:21.543" v="378" actId="22"/>
        <pc:sldMkLst>
          <pc:docMk/>
          <pc:sldMk cId="0" sldId="257"/>
        </pc:sldMkLst>
        <pc:spChg chg="mod">
          <ac:chgData name="BC Yugesh" userId="8b91df48fc7de51c" providerId="LiveId" clId="{8B4B4DAA-6A5D-43C3-B787-B4E93D32FE64}" dt="2026-08-21T03:57:19.489" v="132" actId="207"/>
          <ac:spMkLst>
            <pc:docMk/>
            <pc:sldMk cId="0" sldId="257"/>
            <ac:spMk id="2" creationId="{00000000-0000-0000-0000-000000000000}"/>
          </ac:spMkLst>
        </pc:spChg>
        <pc:spChg chg="mod">
          <ac:chgData name="BC Yugesh" userId="8b91df48fc7de51c" providerId="LiveId" clId="{8B4B4DAA-6A5D-43C3-B787-B4E93D32FE64}" dt="2026-08-21T03:57:05.061" v="131" actId="12"/>
          <ac:spMkLst>
            <pc:docMk/>
            <pc:sldMk cId="0" sldId="257"/>
            <ac:spMk id="7" creationId="{E5650B4F-D20C-EDA9-E5C9-77B7229432C7}"/>
          </ac:spMkLst>
        </pc:spChg>
        <pc:picChg chg="add">
          <ac:chgData name="BC Yugesh" userId="8b91df48fc7de51c" providerId="LiveId" clId="{8B4B4DAA-6A5D-43C3-B787-B4E93D32FE64}" dt="2026-08-31T02:59:44.659" v="364" actId="22"/>
          <ac:picMkLst>
            <pc:docMk/>
            <pc:sldMk cId="0" sldId="257"/>
            <ac:picMk id="5" creationId="{E6CD2B85-CFBB-8097-EDBB-F967A891C3B7}"/>
          </ac:picMkLst>
        </pc:picChg>
        <pc:picChg chg="add">
          <ac:chgData name="BC Yugesh" userId="8b91df48fc7de51c" providerId="LiveId" clId="{8B4B4DAA-6A5D-43C3-B787-B4E93D32FE64}" dt="2026-08-31T03:00:21.543" v="378" actId="22"/>
          <ac:picMkLst>
            <pc:docMk/>
            <pc:sldMk cId="0" sldId="257"/>
            <ac:picMk id="8" creationId="{F0AD9555-6E14-86B1-4888-662A77EAABC1}"/>
          </ac:picMkLst>
        </pc:picChg>
      </pc:sldChg>
      <pc:sldChg chg="addSp delSp modSp mod">
        <pc:chgData name="BC Yugesh" userId="8b91df48fc7de51c" providerId="LiveId" clId="{8B4B4DAA-6A5D-43C3-B787-B4E93D32FE64}" dt="2026-08-31T03:00:17.483" v="376" actId="22"/>
        <pc:sldMkLst>
          <pc:docMk/>
          <pc:sldMk cId="0" sldId="259"/>
        </pc:sldMkLst>
        <pc:spChg chg="mod">
          <ac:chgData name="BC Yugesh" userId="8b91df48fc7de51c" providerId="LiveId" clId="{8B4B4DAA-6A5D-43C3-B787-B4E93D32FE64}" dt="2026-08-21T14:09:53.003" v="260" actId="123"/>
          <ac:spMkLst>
            <pc:docMk/>
            <pc:sldMk cId="0" sldId="259"/>
            <ac:spMk id="5" creationId="{398A32E1-F909-A26B-BE81-A225BD81F101}"/>
          </ac:spMkLst>
        </pc:spChg>
        <pc:spChg chg="mod">
          <ac:chgData name="BC Yugesh" userId="8b91df48fc7de51c" providerId="LiveId" clId="{8B4B4DAA-6A5D-43C3-B787-B4E93D32FE64}" dt="2026-08-21T13:51:20.128" v="147" actId="207"/>
          <ac:spMkLst>
            <pc:docMk/>
            <pc:sldMk cId="0" sldId="259"/>
            <ac:spMk id="6" creationId="{EB2BB67B-B048-9AEE-2135-86C4068EAAE5}"/>
          </ac:spMkLst>
        </pc:spChg>
        <pc:picChg chg="add mod">
          <ac:chgData name="BC Yugesh" userId="8b91df48fc7de51c" providerId="LiveId" clId="{8B4B4DAA-6A5D-43C3-B787-B4E93D32FE64}" dt="2026-08-21T13:51:28.346" v="149" actId="1076"/>
          <ac:picMkLst>
            <pc:docMk/>
            <pc:sldMk cId="0" sldId="259"/>
            <ac:picMk id="3" creationId="{B8771E7A-10D5-6636-2BD2-111274459F13}"/>
          </ac:picMkLst>
        </pc:picChg>
        <pc:picChg chg="add mod">
          <ac:chgData name="BC Yugesh" userId="8b91df48fc7de51c" providerId="LiveId" clId="{8B4B4DAA-6A5D-43C3-B787-B4E93D32FE64}" dt="2026-08-31T02:59:39.733" v="362" actId="1036"/>
          <ac:picMkLst>
            <pc:docMk/>
            <pc:sldMk cId="0" sldId="259"/>
            <ac:picMk id="4" creationId="{FA5EDF7A-5BA8-7EC3-45DB-D22AC487BE91}"/>
          </ac:picMkLst>
        </pc:picChg>
        <pc:picChg chg="add">
          <ac:chgData name="BC Yugesh" userId="8b91df48fc7de51c" providerId="LiveId" clId="{8B4B4DAA-6A5D-43C3-B787-B4E93D32FE64}" dt="2026-08-31T03:00:17.483" v="376" actId="22"/>
          <ac:picMkLst>
            <pc:docMk/>
            <pc:sldMk cId="0" sldId="259"/>
            <ac:picMk id="8" creationId="{E6EE8A9B-DAA8-C295-A355-CE650EE47B8D}"/>
          </ac:picMkLst>
        </pc:picChg>
      </pc:sldChg>
      <pc:sldChg chg="addSp modSp mod">
        <pc:chgData name="BC Yugesh" userId="8b91df48fc7de51c" providerId="LiveId" clId="{8B4B4DAA-6A5D-43C3-B787-B4E93D32FE64}" dt="2026-08-31T03:00:25.503" v="380" actId="22"/>
        <pc:sldMkLst>
          <pc:docMk/>
          <pc:sldMk cId="0" sldId="260"/>
        </pc:sldMkLst>
        <pc:spChg chg="mod">
          <ac:chgData name="BC Yugesh" userId="8b91df48fc7de51c" providerId="LiveId" clId="{8B4B4DAA-6A5D-43C3-B787-B4E93D32FE64}" dt="2026-08-21T03:42:50.437" v="36" actId="1076"/>
          <ac:spMkLst>
            <pc:docMk/>
            <pc:sldMk cId="0" sldId="260"/>
            <ac:spMk id="3" creationId="{00000000-0000-0000-0000-000000000000}"/>
          </ac:spMkLst>
        </pc:spChg>
        <pc:picChg chg="add">
          <ac:chgData name="BC Yugesh" userId="8b91df48fc7de51c" providerId="LiveId" clId="{8B4B4DAA-6A5D-43C3-B787-B4E93D32FE64}" dt="2026-08-31T02:59:48.850" v="366" actId="22"/>
          <ac:picMkLst>
            <pc:docMk/>
            <pc:sldMk cId="0" sldId="260"/>
            <ac:picMk id="5" creationId="{9882E2AA-3AC7-4274-B5C2-C34B71CD759B}"/>
          </ac:picMkLst>
        </pc:picChg>
        <pc:picChg chg="add">
          <ac:chgData name="BC Yugesh" userId="8b91df48fc7de51c" providerId="LiveId" clId="{8B4B4DAA-6A5D-43C3-B787-B4E93D32FE64}" dt="2026-08-31T03:00:25.503" v="380" actId="22"/>
          <ac:picMkLst>
            <pc:docMk/>
            <pc:sldMk cId="0" sldId="260"/>
            <ac:picMk id="7" creationId="{CCEAA828-849F-B5F3-D33C-176A81616D53}"/>
          </ac:picMkLst>
        </pc:picChg>
      </pc:sldChg>
      <pc:sldChg chg="addSp modSp mod">
        <pc:chgData name="BC Yugesh" userId="8b91df48fc7de51c" providerId="LiveId" clId="{8B4B4DAA-6A5D-43C3-B787-B4E93D32FE64}" dt="2026-08-31T03:00:36.701" v="385" actId="22"/>
        <pc:sldMkLst>
          <pc:docMk/>
          <pc:sldMk cId="0" sldId="262"/>
        </pc:sldMkLst>
        <pc:spChg chg="mod">
          <ac:chgData name="BC Yugesh" userId="8b91df48fc7de51c" providerId="LiveId" clId="{8B4B4DAA-6A5D-43C3-B787-B4E93D32FE64}" dt="2026-08-21T14:04:42.228" v="232" actId="207"/>
          <ac:spMkLst>
            <pc:docMk/>
            <pc:sldMk cId="0" sldId="262"/>
            <ac:spMk id="2" creationId="{00000000-0000-0000-0000-000000000000}"/>
          </ac:spMkLst>
        </pc:spChg>
        <pc:spChg chg="mod">
          <ac:chgData name="BC Yugesh" userId="8b91df48fc7de51c" providerId="LiveId" clId="{8B4B4DAA-6A5D-43C3-B787-B4E93D32FE64}" dt="2026-08-21T14:04:46.130" v="233" actId="14100"/>
          <ac:spMkLst>
            <pc:docMk/>
            <pc:sldMk cId="0" sldId="262"/>
            <ac:spMk id="3" creationId="{E34E9099-95A7-428B-0885-FEB2DEC49449}"/>
          </ac:spMkLst>
        </pc:spChg>
        <pc:picChg chg="add">
          <ac:chgData name="BC Yugesh" userId="8b91df48fc7de51c" providerId="LiveId" clId="{8B4B4DAA-6A5D-43C3-B787-B4E93D32FE64}" dt="2026-08-31T02:59:59.330" v="371" actId="22"/>
          <ac:picMkLst>
            <pc:docMk/>
            <pc:sldMk cId="0" sldId="262"/>
            <ac:picMk id="5" creationId="{340D3EEA-AA82-1135-AC2E-CAC37D6FE811}"/>
          </ac:picMkLst>
        </pc:picChg>
        <pc:picChg chg="add">
          <ac:chgData name="BC Yugesh" userId="8b91df48fc7de51c" providerId="LiveId" clId="{8B4B4DAA-6A5D-43C3-B787-B4E93D32FE64}" dt="2026-08-31T03:00:36.701" v="385" actId="22"/>
          <ac:picMkLst>
            <pc:docMk/>
            <pc:sldMk cId="0" sldId="262"/>
            <ac:picMk id="7" creationId="{E22CBCAB-7610-9378-7388-39585E2E44A5}"/>
          </ac:picMkLst>
        </pc:picChg>
      </pc:sldChg>
      <pc:sldChg chg="addSp modSp mod">
        <pc:chgData name="BC Yugesh" userId="8b91df48fc7de51c" providerId="LiveId" clId="{8B4B4DAA-6A5D-43C3-B787-B4E93D32FE64}" dt="2026-08-31T03:01:07.977" v="393" actId="1076"/>
        <pc:sldMkLst>
          <pc:docMk/>
          <pc:sldMk cId="0" sldId="263"/>
        </pc:sldMkLst>
        <pc:spChg chg="mod">
          <ac:chgData name="BC Yugesh" userId="8b91df48fc7de51c" providerId="LiveId" clId="{8B4B4DAA-6A5D-43C3-B787-B4E93D32FE64}" dt="2026-08-21T03:46:21.798" v="64" actId="1076"/>
          <ac:spMkLst>
            <pc:docMk/>
            <pc:sldMk cId="0" sldId="263"/>
            <ac:spMk id="3" creationId="{56381479-3E19-4653-D6FC-B4DECB143D11}"/>
          </ac:spMkLst>
        </pc:spChg>
        <pc:spChg chg="mod">
          <ac:chgData name="BC Yugesh" userId="8b91df48fc7de51c" providerId="LiveId" clId="{8B4B4DAA-6A5D-43C3-B787-B4E93D32FE64}" dt="2026-08-31T03:01:07.977" v="393" actId="1076"/>
          <ac:spMkLst>
            <pc:docMk/>
            <pc:sldMk cId="0" sldId="263"/>
            <ac:spMk id="7" creationId="{FDD2A7C4-A7FB-D7E3-A2FE-E364D35AE547}"/>
          </ac:spMkLst>
        </pc:spChg>
        <pc:picChg chg="add mod">
          <ac:chgData name="BC Yugesh" userId="8b91df48fc7de51c" providerId="LiveId" clId="{8B4B4DAA-6A5D-43C3-B787-B4E93D32FE64}" dt="2026-08-31T03:00:59.086" v="390" actId="14100"/>
          <ac:picMkLst>
            <pc:docMk/>
            <pc:sldMk cId="0" sldId="263"/>
            <ac:picMk id="4" creationId="{6E64C10B-4245-901B-7A52-546E143CAC5D}"/>
          </ac:picMkLst>
        </pc:picChg>
        <pc:picChg chg="add">
          <ac:chgData name="BC Yugesh" userId="8b91df48fc7de51c" providerId="LiveId" clId="{8B4B4DAA-6A5D-43C3-B787-B4E93D32FE64}" dt="2026-08-31T03:00:29.693" v="382" actId="22"/>
          <ac:picMkLst>
            <pc:docMk/>
            <pc:sldMk cId="0" sldId="263"/>
            <ac:picMk id="6" creationId="{A5996CF2-A183-EFC0-2A6A-36AE1CF039E0}"/>
          </ac:picMkLst>
        </pc:picChg>
      </pc:sldChg>
      <pc:sldChg chg="addSp mod">
        <pc:chgData name="BC Yugesh" userId="8b91df48fc7de51c" providerId="LiveId" clId="{8B4B4DAA-6A5D-43C3-B787-B4E93D32FE64}" dt="2026-08-31T03:00:38.483" v="386" actId="22"/>
        <pc:sldMkLst>
          <pc:docMk/>
          <pc:sldMk cId="0" sldId="269"/>
        </pc:sldMkLst>
        <pc:picChg chg="add">
          <ac:chgData name="BC Yugesh" userId="8b91df48fc7de51c" providerId="LiveId" clId="{8B4B4DAA-6A5D-43C3-B787-B4E93D32FE64}" dt="2026-08-31T03:00:01.440" v="372" actId="22"/>
          <ac:picMkLst>
            <pc:docMk/>
            <pc:sldMk cId="0" sldId="269"/>
            <ac:picMk id="5" creationId="{BDB4C5FA-34FF-05E3-46FC-0A4D2A2D6D64}"/>
          </ac:picMkLst>
        </pc:picChg>
        <pc:picChg chg="add">
          <ac:chgData name="BC Yugesh" userId="8b91df48fc7de51c" providerId="LiveId" clId="{8B4B4DAA-6A5D-43C3-B787-B4E93D32FE64}" dt="2026-08-31T03:00:38.483" v="386" actId="22"/>
          <ac:picMkLst>
            <pc:docMk/>
            <pc:sldMk cId="0" sldId="269"/>
            <ac:picMk id="7" creationId="{282492D0-8989-3C69-A94B-79ED2FBEE372}"/>
          </ac:picMkLst>
        </pc:picChg>
      </pc:sldChg>
      <pc:sldChg chg="addSp modSp mod">
        <pc:chgData name="BC Yugesh" userId="8b91df48fc7de51c" providerId="LiveId" clId="{8B4B4DAA-6A5D-43C3-B787-B4E93D32FE64}" dt="2026-08-31T03:00:40.245" v="387" actId="22"/>
        <pc:sldMkLst>
          <pc:docMk/>
          <pc:sldMk cId="0" sldId="270"/>
        </pc:sldMkLst>
        <pc:spChg chg="mod">
          <ac:chgData name="BC Yugesh" userId="8b91df48fc7de51c" providerId="LiveId" clId="{8B4B4DAA-6A5D-43C3-B787-B4E93D32FE64}" dt="2026-08-21T14:08:22.936" v="251" actId="207"/>
          <ac:spMkLst>
            <pc:docMk/>
            <pc:sldMk cId="0" sldId="270"/>
            <ac:spMk id="6" creationId="{D5C36A9A-16F6-4528-FBDB-02F84BCF1C11}"/>
          </ac:spMkLst>
        </pc:spChg>
        <pc:spChg chg="mod">
          <ac:chgData name="BC Yugesh" userId="8b91df48fc7de51c" providerId="LiveId" clId="{8B4B4DAA-6A5D-43C3-B787-B4E93D32FE64}" dt="2026-08-21T14:08:19.730" v="250" actId="14100"/>
          <ac:spMkLst>
            <pc:docMk/>
            <pc:sldMk cId="0" sldId="270"/>
            <ac:spMk id="8" creationId="{7C64A2C4-6B6B-7B5A-8788-71136072A047}"/>
          </ac:spMkLst>
        </pc:spChg>
        <pc:picChg chg="add">
          <ac:chgData name="BC Yugesh" userId="8b91df48fc7de51c" providerId="LiveId" clId="{8B4B4DAA-6A5D-43C3-B787-B4E93D32FE64}" dt="2026-08-31T03:00:03.210" v="373" actId="22"/>
          <ac:picMkLst>
            <pc:docMk/>
            <pc:sldMk cId="0" sldId="270"/>
            <ac:picMk id="3" creationId="{4FF3321E-BAE9-B20E-5D97-50BD2491D4AF}"/>
          </ac:picMkLst>
        </pc:picChg>
        <pc:picChg chg="add">
          <ac:chgData name="BC Yugesh" userId="8b91df48fc7de51c" providerId="LiveId" clId="{8B4B4DAA-6A5D-43C3-B787-B4E93D32FE64}" dt="2026-08-31T03:00:40.245" v="387" actId="22"/>
          <ac:picMkLst>
            <pc:docMk/>
            <pc:sldMk cId="0" sldId="270"/>
            <ac:picMk id="5" creationId="{DB696ADF-A04E-F0DD-42CA-5AEF5B1F58BF}"/>
          </ac:picMkLst>
        </pc:picChg>
      </pc:sldChg>
      <pc:sldChg chg="addSp modSp mod">
        <pc:chgData name="BC Yugesh" userId="8b91df48fc7de51c" providerId="LiveId" clId="{8B4B4DAA-6A5D-43C3-B787-B4E93D32FE64}" dt="2026-08-31T03:00:41.930" v="388" actId="22"/>
        <pc:sldMkLst>
          <pc:docMk/>
          <pc:sldMk cId="0" sldId="271"/>
        </pc:sldMkLst>
        <pc:spChg chg="mod">
          <ac:chgData name="BC Yugesh" userId="8b91df48fc7de51c" providerId="LiveId" clId="{8B4B4DAA-6A5D-43C3-B787-B4E93D32FE64}" dt="2026-08-21T14:06:17.995" v="241" actId="207"/>
          <ac:spMkLst>
            <pc:docMk/>
            <pc:sldMk cId="0" sldId="271"/>
            <ac:spMk id="4" creationId="{6EE0DD64-2AB7-8E91-756D-878E256FBCCC}"/>
          </ac:spMkLst>
        </pc:spChg>
        <pc:spChg chg="mod">
          <ac:chgData name="BC Yugesh" userId="8b91df48fc7de51c" providerId="LiveId" clId="{8B4B4DAA-6A5D-43C3-B787-B4E93D32FE64}" dt="2026-08-21T14:06:13.643" v="240" actId="1076"/>
          <ac:spMkLst>
            <pc:docMk/>
            <pc:sldMk cId="0" sldId="271"/>
            <ac:spMk id="6" creationId="{514A04BE-979F-49FE-AAFA-F8578AC3350D}"/>
          </ac:spMkLst>
        </pc:spChg>
        <pc:picChg chg="add">
          <ac:chgData name="BC Yugesh" userId="8b91df48fc7de51c" providerId="LiveId" clId="{8B4B4DAA-6A5D-43C3-B787-B4E93D32FE64}" dt="2026-08-31T03:00:04.866" v="374" actId="22"/>
          <ac:picMkLst>
            <pc:docMk/>
            <pc:sldMk cId="0" sldId="271"/>
            <ac:picMk id="3" creationId="{4E59980A-8487-4F68-65C0-E82AFE5D9918}"/>
          </ac:picMkLst>
        </pc:picChg>
        <pc:picChg chg="add">
          <ac:chgData name="BC Yugesh" userId="8b91df48fc7de51c" providerId="LiveId" clId="{8B4B4DAA-6A5D-43C3-B787-B4E93D32FE64}" dt="2026-08-31T03:00:41.930" v="388" actId="22"/>
          <ac:picMkLst>
            <pc:docMk/>
            <pc:sldMk cId="0" sldId="271"/>
            <ac:picMk id="7" creationId="{6D0978BC-98F5-FE92-FC2A-2102AACF1998}"/>
          </ac:picMkLst>
        </pc:picChg>
      </pc:sldChg>
      <pc:sldChg chg="addSp mod">
        <pc:chgData name="BC Yugesh" userId="8b91df48fc7de51c" providerId="LiveId" clId="{8B4B4DAA-6A5D-43C3-B787-B4E93D32FE64}" dt="2026-08-31T03:00:43.729" v="389" actId="22"/>
        <pc:sldMkLst>
          <pc:docMk/>
          <pc:sldMk cId="0" sldId="272"/>
        </pc:sldMkLst>
        <pc:picChg chg="add">
          <ac:chgData name="BC Yugesh" userId="8b91df48fc7de51c" providerId="LiveId" clId="{8B4B4DAA-6A5D-43C3-B787-B4E93D32FE64}" dt="2026-08-31T03:00:06.668" v="375" actId="22"/>
          <ac:picMkLst>
            <pc:docMk/>
            <pc:sldMk cId="0" sldId="272"/>
            <ac:picMk id="4" creationId="{93C3691C-009D-EEE4-A870-E92F876490F3}"/>
          </ac:picMkLst>
        </pc:picChg>
        <pc:picChg chg="add">
          <ac:chgData name="BC Yugesh" userId="8b91df48fc7de51c" providerId="LiveId" clId="{8B4B4DAA-6A5D-43C3-B787-B4E93D32FE64}" dt="2026-08-31T03:00:43.729" v="389" actId="22"/>
          <ac:picMkLst>
            <pc:docMk/>
            <pc:sldMk cId="0" sldId="272"/>
            <ac:picMk id="6" creationId="{F06FC080-C363-F370-9828-C2225BC52862}"/>
          </ac:picMkLst>
        </pc:picChg>
      </pc:sldChg>
      <pc:sldChg chg="addSp delSp modSp mod">
        <pc:chgData name="BC Yugesh" userId="8b91df48fc7de51c" providerId="LiveId" clId="{8B4B4DAA-6A5D-43C3-B787-B4E93D32FE64}" dt="2026-08-31T03:00:27.291" v="381" actId="22"/>
        <pc:sldMkLst>
          <pc:docMk/>
          <pc:sldMk cId="3800930711" sldId="276"/>
        </pc:sldMkLst>
        <pc:spChg chg="mod">
          <ac:chgData name="BC Yugesh" userId="8b91df48fc7de51c" providerId="LiveId" clId="{8B4B4DAA-6A5D-43C3-B787-B4E93D32FE64}" dt="2026-08-21T14:02:56.475" v="217" actId="1076"/>
          <ac:spMkLst>
            <pc:docMk/>
            <pc:sldMk cId="3800930711" sldId="276"/>
            <ac:spMk id="4" creationId="{8E97C810-C1D1-311B-A9EA-3E32F9D0E5CD}"/>
          </ac:spMkLst>
        </pc:spChg>
        <pc:picChg chg="add mod">
          <ac:chgData name="BC Yugesh" userId="8b91df48fc7de51c" providerId="LiveId" clId="{8B4B4DAA-6A5D-43C3-B787-B4E93D32FE64}" dt="2026-08-21T14:03:11.409" v="219" actId="14100"/>
          <ac:picMkLst>
            <pc:docMk/>
            <pc:sldMk cId="3800930711" sldId="276"/>
            <ac:picMk id="3" creationId="{F1310A34-138B-9E7D-A9A5-6583D2E1D4F6}"/>
          </ac:picMkLst>
        </pc:picChg>
        <pc:picChg chg="add">
          <ac:chgData name="BC Yugesh" userId="8b91df48fc7de51c" providerId="LiveId" clId="{8B4B4DAA-6A5D-43C3-B787-B4E93D32FE64}" dt="2026-08-31T02:59:50.927" v="367" actId="22"/>
          <ac:picMkLst>
            <pc:docMk/>
            <pc:sldMk cId="3800930711" sldId="276"/>
            <ac:picMk id="7" creationId="{44DCE0B8-2D01-89C1-78D6-6FFE09FB1B74}"/>
          </ac:picMkLst>
        </pc:picChg>
        <pc:picChg chg="add">
          <ac:chgData name="BC Yugesh" userId="8b91df48fc7de51c" providerId="LiveId" clId="{8B4B4DAA-6A5D-43C3-B787-B4E93D32FE64}" dt="2026-08-31T03:00:27.291" v="381" actId="22"/>
          <ac:picMkLst>
            <pc:docMk/>
            <pc:sldMk cId="3800930711" sldId="276"/>
            <ac:picMk id="9" creationId="{A05716F4-E714-1419-B62D-BC7626B86F29}"/>
          </ac:picMkLst>
        </pc:picChg>
      </pc:sldChg>
      <pc:sldChg chg="addSp delSp modSp mod">
        <pc:chgData name="BC Yugesh" userId="8b91df48fc7de51c" providerId="LiveId" clId="{8B4B4DAA-6A5D-43C3-B787-B4E93D32FE64}" dt="2026-08-31T03:00:23.666" v="379" actId="22"/>
        <pc:sldMkLst>
          <pc:docMk/>
          <pc:sldMk cId="168824800" sldId="285"/>
        </pc:sldMkLst>
        <pc:spChg chg="mod">
          <ac:chgData name="BC Yugesh" userId="8b91df48fc7de51c" providerId="LiveId" clId="{8B4B4DAA-6A5D-43C3-B787-B4E93D32FE64}" dt="2026-08-21T13:58:18.581" v="187" actId="207"/>
          <ac:spMkLst>
            <pc:docMk/>
            <pc:sldMk cId="168824800" sldId="285"/>
            <ac:spMk id="5" creationId="{F1C1207C-A7C4-D828-1D08-A500663CB63D}"/>
          </ac:spMkLst>
        </pc:spChg>
        <pc:graphicFrameChg chg="add mod modGraphic">
          <ac:chgData name="BC Yugesh" userId="8b91df48fc7de51c" providerId="LiveId" clId="{8B4B4DAA-6A5D-43C3-B787-B4E93D32FE64}" dt="2026-08-24T03:59:21.823" v="274" actId="207"/>
          <ac:graphicFrameMkLst>
            <pc:docMk/>
            <pc:sldMk cId="168824800" sldId="285"/>
            <ac:graphicFrameMk id="3" creationId="{83F793CB-817B-EAE4-8B3C-E4F86CD0D29A}"/>
          </ac:graphicFrameMkLst>
        </pc:graphicFrameChg>
        <pc:picChg chg="add">
          <ac:chgData name="BC Yugesh" userId="8b91df48fc7de51c" providerId="LiveId" clId="{8B4B4DAA-6A5D-43C3-B787-B4E93D32FE64}" dt="2026-08-31T02:59:46.762" v="365" actId="22"/>
          <ac:picMkLst>
            <pc:docMk/>
            <pc:sldMk cId="168824800" sldId="285"/>
            <ac:picMk id="4" creationId="{D6CD36A7-F7E6-AB24-9428-D6E8A590A6C8}"/>
          </ac:picMkLst>
        </pc:picChg>
        <pc:picChg chg="add">
          <ac:chgData name="BC Yugesh" userId="8b91df48fc7de51c" providerId="LiveId" clId="{8B4B4DAA-6A5D-43C3-B787-B4E93D32FE64}" dt="2026-08-31T03:00:23.666" v="379" actId="22"/>
          <ac:picMkLst>
            <pc:docMk/>
            <pc:sldMk cId="168824800" sldId="285"/>
            <ac:picMk id="7" creationId="{FDB466F0-19A8-70ED-0964-57C8885D2AA6}"/>
          </ac:picMkLst>
        </pc:picChg>
      </pc:sldChg>
      <pc:sldChg chg="addSp modSp mod ord">
        <pc:chgData name="BC Yugesh" userId="8b91df48fc7de51c" providerId="LiveId" clId="{8B4B4DAA-6A5D-43C3-B787-B4E93D32FE64}" dt="2026-08-31T03:00:19.669" v="377" actId="22"/>
        <pc:sldMkLst>
          <pc:docMk/>
          <pc:sldMk cId="3744693935" sldId="286"/>
        </pc:sldMkLst>
        <pc:spChg chg="add mod">
          <ac:chgData name="BC Yugesh" userId="8b91df48fc7de51c" providerId="LiveId" clId="{8B4B4DAA-6A5D-43C3-B787-B4E93D32FE64}" dt="2026-08-21T03:44:13.504" v="48" actId="2710"/>
          <ac:spMkLst>
            <pc:docMk/>
            <pc:sldMk cId="3744693935" sldId="286"/>
            <ac:spMk id="3" creationId="{F4130FF8-3CA1-14C4-537C-B0AE15708FB5}"/>
          </ac:spMkLst>
        </pc:spChg>
        <pc:spChg chg="mod">
          <ac:chgData name="BC Yugesh" userId="8b91df48fc7de51c" providerId="LiveId" clId="{8B4B4DAA-6A5D-43C3-B787-B4E93D32FE64}" dt="2026-08-21T03:43:35.305" v="44" actId="1076"/>
          <ac:spMkLst>
            <pc:docMk/>
            <pc:sldMk cId="3744693935" sldId="286"/>
            <ac:spMk id="5" creationId="{890BBD71-F022-841E-A369-448B9A0127C7}"/>
          </ac:spMkLst>
        </pc:spChg>
        <pc:picChg chg="add">
          <ac:chgData name="BC Yugesh" userId="8b91df48fc7de51c" providerId="LiveId" clId="{8B4B4DAA-6A5D-43C3-B787-B4E93D32FE64}" dt="2026-08-31T02:59:42.279" v="363" actId="22"/>
          <ac:picMkLst>
            <pc:docMk/>
            <pc:sldMk cId="3744693935" sldId="286"/>
            <ac:picMk id="4" creationId="{BEFE52A7-69E7-7A5E-6EBE-97A3DAB70CB6}"/>
          </ac:picMkLst>
        </pc:picChg>
        <pc:picChg chg="add">
          <ac:chgData name="BC Yugesh" userId="8b91df48fc7de51c" providerId="LiveId" clId="{8B4B4DAA-6A5D-43C3-B787-B4E93D32FE64}" dt="2026-08-31T03:00:19.669" v="377" actId="22"/>
          <ac:picMkLst>
            <pc:docMk/>
            <pc:sldMk cId="3744693935" sldId="286"/>
            <ac:picMk id="8" creationId="{41C4917D-A44B-1CDD-7FEA-B37F3A7F3E4A}"/>
          </ac:picMkLst>
        </pc:picChg>
      </pc:sldChg>
      <pc:sldChg chg="addSp modSp mod">
        <pc:chgData name="BC Yugesh" userId="8b91df48fc7de51c" providerId="LiveId" clId="{8B4B4DAA-6A5D-43C3-B787-B4E93D32FE64}" dt="2026-08-31T03:01:15.940" v="394" actId="1076"/>
        <pc:sldMkLst>
          <pc:docMk/>
          <pc:sldMk cId="2518902500" sldId="288"/>
        </pc:sldMkLst>
        <pc:spChg chg="mod">
          <ac:chgData name="BC Yugesh" userId="8b91df48fc7de51c" providerId="LiveId" clId="{8B4B4DAA-6A5D-43C3-B787-B4E93D32FE64}" dt="2026-08-21T03:47:35.642" v="83" actId="5793"/>
          <ac:spMkLst>
            <pc:docMk/>
            <pc:sldMk cId="2518902500" sldId="288"/>
            <ac:spMk id="3" creationId="{E4C55DE4-BEE9-6ECD-A924-14DC2E3B6B74}"/>
          </ac:spMkLst>
        </pc:spChg>
        <pc:spChg chg="mod">
          <ac:chgData name="BC Yugesh" userId="8b91df48fc7de51c" providerId="LiveId" clId="{8B4B4DAA-6A5D-43C3-B787-B4E93D32FE64}" dt="2026-08-31T03:01:15.940" v="394" actId="1076"/>
          <ac:spMkLst>
            <pc:docMk/>
            <pc:sldMk cId="2518902500" sldId="288"/>
            <ac:spMk id="7" creationId="{BC240702-3977-6940-F242-0828F2101398}"/>
          </ac:spMkLst>
        </pc:spChg>
        <pc:picChg chg="add">
          <ac:chgData name="BC Yugesh" userId="8b91df48fc7de51c" providerId="LiveId" clId="{8B4B4DAA-6A5D-43C3-B787-B4E93D32FE64}" dt="2026-08-31T02:59:57.498" v="370" actId="22"/>
          <ac:picMkLst>
            <pc:docMk/>
            <pc:sldMk cId="2518902500" sldId="288"/>
            <ac:picMk id="4" creationId="{2FE010D8-8F42-20DE-AA5E-A1E77A4B5019}"/>
          </ac:picMkLst>
        </pc:picChg>
        <pc:picChg chg="add">
          <ac:chgData name="BC Yugesh" userId="8b91df48fc7de51c" providerId="LiveId" clId="{8B4B4DAA-6A5D-43C3-B787-B4E93D32FE64}" dt="2026-08-31T03:00:33.155" v="384" actId="22"/>
          <ac:picMkLst>
            <pc:docMk/>
            <pc:sldMk cId="2518902500" sldId="288"/>
            <ac:picMk id="6" creationId="{88DA828B-85CC-7A7E-4E61-E1071CAA19F0}"/>
          </ac:picMkLst>
        </pc:picChg>
      </pc:sldChg>
      <pc:sldChg chg="addSp modSp new mod">
        <pc:chgData name="BC Yugesh" userId="8b91df48fc7de51c" providerId="LiveId" clId="{8B4B4DAA-6A5D-43C3-B787-B4E93D32FE64}" dt="2026-08-31T03:00:31.414" v="383" actId="22"/>
        <pc:sldMkLst>
          <pc:docMk/>
          <pc:sldMk cId="869234405" sldId="289"/>
        </pc:sldMkLst>
        <pc:spChg chg="add mod">
          <ac:chgData name="BC Yugesh" userId="8b91df48fc7de51c" providerId="LiveId" clId="{8B4B4DAA-6A5D-43C3-B787-B4E93D32FE64}" dt="2026-08-31T02:57:55.638" v="339" actId="14100"/>
          <ac:spMkLst>
            <pc:docMk/>
            <pc:sldMk cId="869234405" sldId="289"/>
            <ac:spMk id="9" creationId="{1C7D033F-79E7-472E-2434-68F8307FCEAA}"/>
          </ac:spMkLst>
        </pc:spChg>
        <pc:spChg chg="add mod">
          <ac:chgData name="BC Yugesh" userId="8b91df48fc7de51c" providerId="LiveId" clId="{8B4B4DAA-6A5D-43C3-B787-B4E93D32FE64}" dt="2026-08-31T02:57:32.755" v="334" actId="1076"/>
          <ac:spMkLst>
            <pc:docMk/>
            <pc:sldMk cId="869234405" sldId="289"/>
            <ac:spMk id="11" creationId="{13EA2AD6-04ED-DD77-D58C-4F23D538C8B3}"/>
          </ac:spMkLst>
        </pc:spChg>
        <pc:spChg chg="add mod">
          <ac:chgData name="BC Yugesh" userId="8b91df48fc7de51c" providerId="LiveId" clId="{8B4B4DAA-6A5D-43C3-B787-B4E93D32FE64}" dt="2026-08-31T02:57:25.977" v="333" actId="1076"/>
          <ac:spMkLst>
            <pc:docMk/>
            <pc:sldMk cId="869234405" sldId="289"/>
            <ac:spMk id="13" creationId="{9F8A2E69-2262-8213-D676-24AAA6D38774}"/>
          </ac:spMkLst>
        </pc:spChg>
        <pc:spChg chg="add mod">
          <ac:chgData name="BC Yugesh" userId="8b91df48fc7de51c" providerId="LiveId" clId="{8B4B4DAA-6A5D-43C3-B787-B4E93D32FE64}" dt="2026-08-31T02:58:28.435" v="345" actId="2711"/>
          <ac:spMkLst>
            <pc:docMk/>
            <pc:sldMk cId="869234405" sldId="289"/>
            <ac:spMk id="17" creationId="{691983C1-AB9B-9E37-45E4-B94FDD84D774}"/>
          </ac:spMkLst>
        </pc:spChg>
        <pc:spChg chg="add mod">
          <ac:chgData name="BC Yugesh" userId="8b91df48fc7de51c" providerId="LiveId" clId="{8B4B4DAA-6A5D-43C3-B787-B4E93D32FE64}" dt="2026-08-31T02:59:01.257" v="360" actId="207"/>
          <ac:spMkLst>
            <pc:docMk/>
            <pc:sldMk cId="869234405" sldId="289"/>
            <ac:spMk id="19" creationId="{07970EDC-5D29-749B-9330-29F9C5255F2A}"/>
          </ac:spMkLst>
        </pc:spChg>
        <pc:picChg chg="add mod">
          <ac:chgData name="BC Yugesh" userId="8b91df48fc7de51c" providerId="LiveId" clId="{8B4B4DAA-6A5D-43C3-B787-B4E93D32FE64}" dt="2026-08-31T02:57:36.478" v="335" actId="1076"/>
          <ac:picMkLst>
            <pc:docMk/>
            <pc:sldMk cId="869234405" sldId="289"/>
            <ac:picMk id="3" creationId="{E1D5E0F3-A90D-A6BC-1CF5-398885D02475}"/>
          </ac:picMkLst>
        </pc:picChg>
        <pc:picChg chg="add mod">
          <ac:chgData name="BC Yugesh" userId="8b91df48fc7de51c" providerId="LiveId" clId="{8B4B4DAA-6A5D-43C3-B787-B4E93D32FE64}" dt="2026-08-31T02:58:03.213" v="340" actId="14100"/>
          <ac:picMkLst>
            <pc:docMk/>
            <pc:sldMk cId="869234405" sldId="289"/>
            <ac:picMk id="5" creationId="{583731FA-EDD6-2BD2-78C4-DA013C824569}"/>
          </ac:picMkLst>
        </pc:picChg>
        <pc:picChg chg="add mod">
          <ac:chgData name="BC Yugesh" userId="8b91df48fc7de51c" providerId="LiveId" clId="{8B4B4DAA-6A5D-43C3-B787-B4E93D32FE64}" dt="2026-08-31T02:58:06.503" v="341" actId="14100"/>
          <ac:picMkLst>
            <pc:docMk/>
            <pc:sldMk cId="869234405" sldId="289"/>
            <ac:picMk id="7" creationId="{95C2F336-049A-6F53-1505-43037F39F600}"/>
          </ac:picMkLst>
        </pc:picChg>
        <pc:picChg chg="add mod">
          <ac:chgData name="BC Yugesh" userId="8b91df48fc7de51c" providerId="LiveId" clId="{8B4B4DAA-6A5D-43C3-B787-B4E93D32FE64}" dt="2026-08-31T02:57:50.640" v="338" actId="14100"/>
          <ac:picMkLst>
            <pc:docMk/>
            <pc:sldMk cId="869234405" sldId="289"/>
            <ac:picMk id="15" creationId="{5AB81346-A213-C8DA-AFB6-6031BE090F5B}"/>
          </ac:picMkLst>
        </pc:picChg>
        <pc:picChg chg="add">
          <ac:chgData name="BC Yugesh" userId="8b91df48fc7de51c" providerId="LiveId" clId="{8B4B4DAA-6A5D-43C3-B787-B4E93D32FE64}" dt="2026-08-31T02:59:55.703" v="369" actId="22"/>
          <ac:picMkLst>
            <pc:docMk/>
            <pc:sldMk cId="869234405" sldId="289"/>
            <ac:picMk id="21" creationId="{DD93C24C-581F-3ED2-56FD-A26CE23A65C8}"/>
          </ac:picMkLst>
        </pc:picChg>
        <pc:picChg chg="add">
          <ac:chgData name="BC Yugesh" userId="8b91df48fc7de51c" providerId="LiveId" clId="{8B4B4DAA-6A5D-43C3-B787-B4E93D32FE64}" dt="2026-08-31T03:00:31.414" v="383" actId="22"/>
          <ac:picMkLst>
            <pc:docMk/>
            <pc:sldMk cId="869234405" sldId="289"/>
            <ac:picMk id="23" creationId="{D73C6703-6A6B-1112-1125-13BFDE33AE0D}"/>
          </ac:picMkLst>
        </pc:picChg>
      </pc:sldChg>
      <pc:sldChg chg="addSp delSp modSp new mod">
        <pc:chgData name="BC Yugesh" userId="8b91df48fc7de51c" providerId="LiveId" clId="{8B4B4DAA-6A5D-43C3-B787-B4E93D32FE64}" dt="2026-08-31T03:06:31.794" v="453" actId="22"/>
        <pc:sldMkLst>
          <pc:docMk/>
          <pc:sldMk cId="394418154" sldId="290"/>
        </pc:sldMkLst>
        <pc:spChg chg="add mod">
          <ac:chgData name="BC Yugesh" userId="8b91df48fc7de51c" providerId="LiveId" clId="{8B4B4DAA-6A5D-43C3-B787-B4E93D32FE64}" dt="2026-08-31T03:04:34.593" v="432" actId="2711"/>
          <ac:spMkLst>
            <pc:docMk/>
            <pc:sldMk cId="394418154" sldId="290"/>
            <ac:spMk id="5" creationId="{205DC594-0B96-A2C0-3868-B22A17780BEE}"/>
          </ac:spMkLst>
        </pc:spChg>
        <pc:spChg chg="add mod">
          <ac:chgData name="BC Yugesh" userId="8b91df48fc7de51c" providerId="LiveId" clId="{8B4B4DAA-6A5D-43C3-B787-B4E93D32FE64}" dt="2026-08-31T03:04:40.333" v="433" actId="2711"/>
          <ac:spMkLst>
            <pc:docMk/>
            <pc:sldMk cId="394418154" sldId="290"/>
            <ac:spMk id="9" creationId="{E4523EA0-EEC2-6909-D895-7B8001A221B0}"/>
          </ac:spMkLst>
        </pc:spChg>
        <pc:spChg chg="add mod">
          <ac:chgData name="BC Yugesh" userId="8b91df48fc7de51c" providerId="LiveId" clId="{8B4B4DAA-6A5D-43C3-B787-B4E93D32FE64}" dt="2026-08-31T03:04:29.331" v="431" actId="2711"/>
          <ac:spMkLst>
            <pc:docMk/>
            <pc:sldMk cId="394418154" sldId="290"/>
            <ac:spMk id="13" creationId="{E436E68A-A93F-2F3A-2016-0F888AF088F2}"/>
          </ac:spMkLst>
        </pc:spChg>
        <pc:spChg chg="add mod">
          <ac:chgData name="BC Yugesh" userId="8b91df48fc7de51c" providerId="LiveId" clId="{8B4B4DAA-6A5D-43C3-B787-B4E93D32FE64}" dt="2026-08-31T03:06:20.648" v="450" actId="1076"/>
          <ac:spMkLst>
            <pc:docMk/>
            <pc:sldMk cId="394418154" sldId="290"/>
            <ac:spMk id="21" creationId="{F7AE26B5-FF52-0C3E-64AA-306E64ACFF7D}"/>
          </ac:spMkLst>
        </pc:spChg>
        <pc:spChg chg="add del">
          <ac:chgData name="BC Yugesh" userId="8b91df48fc7de51c" providerId="LiveId" clId="{8B4B4DAA-6A5D-43C3-B787-B4E93D32FE64}" dt="2026-08-31T03:06:31.794" v="453" actId="22"/>
          <ac:spMkLst>
            <pc:docMk/>
            <pc:sldMk cId="394418154" sldId="290"/>
            <ac:spMk id="23" creationId="{81B1F56F-9DEC-786E-E578-0B5F9436D282}"/>
          </ac:spMkLst>
        </pc:spChg>
        <pc:picChg chg="add mod">
          <ac:chgData name="BC Yugesh" userId="8b91df48fc7de51c" providerId="LiveId" clId="{8B4B4DAA-6A5D-43C3-B787-B4E93D32FE64}" dt="2026-08-31T03:05:54.065" v="446" actId="14100"/>
          <ac:picMkLst>
            <pc:docMk/>
            <pc:sldMk cId="394418154" sldId="290"/>
            <ac:picMk id="3" creationId="{3FDF5AF6-2EC4-8B59-5340-795A7E1BC9F7}"/>
          </ac:picMkLst>
        </pc:picChg>
        <pc:picChg chg="add mod">
          <ac:chgData name="BC Yugesh" userId="8b91df48fc7de51c" providerId="LiveId" clId="{8B4B4DAA-6A5D-43C3-B787-B4E93D32FE64}" dt="2026-08-31T03:05:50.787" v="445" actId="14100"/>
          <ac:picMkLst>
            <pc:docMk/>
            <pc:sldMk cId="394418154" sldId="290"/>
            <ac:picMk id="7" creationId="{3AF012A4-59FB-D0C7-623E-51AA84CB6F87}"/>
          </ac:picMkLst>
        </pc:picChg>
        <pc:picChg chg="add mod">
          <ac:chgData name="BC Yugesh" userId="8b91df48fc7de51c" providerId="LiveId" clId="{8B4B4DAA-6A5D-43C3-B787-B4E93D32FE64}" dt="2026-08-31T03:04:10.256" v="426" actId="14100"/>
          <ac:picMkLst>
            <pc:docMk/>
            <pc:sldMk cId="394418154" sldId="290"/>
            <ac:picMk id="11" creationId="{C70E363A-0D76-0F68-95F9-B653A929D4D4}"/>
          </ac:picMkLst>
        </pc:picChg>
        <pc:picChg chg="add mod">
          <ac:chgData name="BC Yugesh" userId="8b91df48fc7de51c" providerId="LiveId" clId="{8B4B4DAA-6A5D-43C3-B787-B4E93D32FE64}" dt="2026-08-31T03:05:01.497" v="437" actId="14100"/>
          <ac:picMkLst>
            <pc:docMk/>
            <pc:sldMk cId="394418154" sldId="290"/>
            <ac:picMk id="15" creationId="{0013CA7D-15AE-9A57-F393-FF739562AC5F}"/>
          </ac:picMkLst>
        </pc:picChg>
        <pc:picChg chg="add mod">
          <ac:chgData name="BC Yugesh" userId="8b91df48fc7de51c" providerId="LiveId" clId="{8B4B4DAA-6A5D-43C3-B787-B4E93D32FE64}" dt="2026-08-31T03:04:58.413" v="436" actId="14100"/>
          <ac:picMkLst>
            <pc:docMk/>
            <pc:sldMk cId="394418154" sldId="290"/>
            <ac:picMk id="17" creationId="{9C7A9866-5885-18B0-1AAD-64D51193A8E6}"/>
          </ac:picMkLst>
        </pc:picChg>
        <pc:picChg chg="add mod">
          <ac:chgData name="BC Yugesh" userId="8b91df48fc7de51c" providerId="LiveId" clId="{8B4B4DAA-6A5D-43C3-B787-B4E93D32FE64}" dt="2026-08-31T03:05:47.643" v="444" actId="1076"/>
          <ac:picMkLst>
            <pc:docMk/>
            <pc:sldMk cId="394418154" sldId="290"/>
            <ac:picMk id="19" creationId="{BA470DEF-F7F0-8BEF-5C02-43958E0F7A7D}"/>
          </ac:picMkLst>
        </pc:picChg>
      </pc:sldChg>
      <pc:sldChg chg="addSp modSp new mod">
        <pc:chgData name="BC Yugesh" userId="8b91df48fc7de51c" providerId="LiveId" clId="{8B4B4DAA-6A5D-43C3-B787-B4E93D32FE64}" dt="2026-08-31T03:09:24.557" v="496" actId="1076"/>
        <pc:sldMkLst>
          <pc:docMk/>
          <pc:sldMk cId="1818465581" sldId="291"/>
        </pc:sldMkLst>
        <pc:spChg chg="add mod">
          <ac:chgData name="BC Yugesh" userId="8b91df48fc7de51c" providerId="LiveId" clId="{8B4B4DAA-6A5D-43C3-B787-B4E93D32FE64}" dt="2026-08-31T03:07:04.957" v="467" actId="1076"/>
          <ac:spMkLst>
            <pc:docMk/>
            <pc:sldMk cId="1818465581" sldId="291"/>
            <ac:spMk id="7" creationId="{1915639B-B0AB-E703-F85F-6D6F3BF13878}"/>
          </ac:spMkLst>
        </pc:spChg>
        <pc:spChg chg="add mod">
          <ac:chgData name="BC Yugesh" userId="8b91df48fc7de51c" providerId="LiveId" clId="{8B4B4DAA-6A5D-43C3-B787-B4E93D32FE64}" dt="2026-08-31T03:09:11.355" v="492" actId="2711"/>
          <ac:spMkLst>
            <pc:docMk/>
            <pc:sldMk cId="1818465581" sldId="291"/>
            <ac:spMk id="15" creationId="{96D6AAF9-6451-4A08-261A-050180A73721}"/>
          </ac:spMkLst>
        </pc:spChg>
        <pc:picChg chg="add">
          <ac:chgData name="BC Yugesh" userId="8b91df48fc7de51c" providerId="LiveId" clId="{8B4B4DAA-6A5D-43C3-B787-B4E93D32FE64}" dt="2026-08-31T03:06:35.680" v="454" actId="22"/>
          <ac:picMkLst>
            <pc:docMk/>
            <pc:sldMk cId="1818465581" sldId="291"/>
            <ac:picMk id="3" creationId="{93A915AF-FD33-882E-4035-470822D2189D}"/>
          </ac:picMkLst>
        </pc:picChg>
        <pc:picChg chg="add">
          <ac:chgData name="BC Yugesh" userId="8b91df48fc7de51c" providerId="LiveId" clId="{8B4B4DAA-6A5D-43C3-B787-B4E93D32FE64}" dt="2026-08-31T03:06:41.429" v="455" actId="22"/>
          <ac:picMkLst>
            <pc:docMk/>
            <pc:sldMk cId="1818465581" sldId="291"/>
            <ac:picMk id="5" creationId="{9C49A7D8-034B-1A9C-18BF-4897CA17AEA0}"/>
          </ac:picMkLst>
        </pc:picChg>
        <pc:picChg chg="add mod">
          <ac:chgData name="BC Yugesh" userId="8b91df48fc7de51c" providerId="LiveId" clId="{8B4B4DAA-6A5D-43C3-B787-B4E93D32FE64}" dt="2026-08-31T03:09:21.336" v="495" actId="1076"/>
          <ac:picMkLst>
            <pc:docMk/>
            <pc:sldMk cId="1818465581" sldId="291"/>
            <ac:picMk id="9" creationId="{B82BD8A2-1CC9-2FE2-8322-4758D38A0507}"/>
          </ac:picMkLst>
        </pc:picChg>
        <pc:picChg chg="add mod">
          <ac:chgData name="BC Yugesh" userId="8b91df48fc7de51c" providerId="LiveId" clId="{8B4B4DAA-6A5D-43C3-B787-B4E93D32FE64}" dt="2026-08-31T03:09:24.557" v="496" actId="1076"/>
          <ac:picMkLst>
            <pc:docMk/>
            <pc:sldMk cId="1818465581" sldId="291"/>
            <ac:picMk id="11" creationId="{67F03882-A6A5-CD0C-5BFF-0214E06D8896}"/>
          </ac:picMkLst>
        </pc:picChg>
        <pc:picChg chg="add mod">
          <ac:chgData name="BC Yugesh" userId="8b91df48fc7de51c" providerId="LiveId" clId="{8B4B4DAA-6A5D-43C3-B787-B4E93D32FE64}" dt="2026-08-31T03:08:52.836" v="488" actId="1076"/>
          <ac:picMkLst>
            <pc:docMk/>
            <pc:sldMk cId="1818465581" sldId="291"/>
            <ac:picMk id="13" creationId="{DF9042F1-AB0B-D66B-1632-F9592649CA9F}"/>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07:50:48.944"/>
    </inkml:context>
    <inkml:brush xml:id="br0">
      <inkml:brushProperty name="width" value="0.35" units="cm"/>
      <inkml:brushProperty name="height" value="0.35" units="cm"/>
      <inkml:brushProperty name="color" value="#FFFFFF"/>
    </inkml:brush>
  </inkml:definitions>
  <inkml:trace contextRef="#ctx0" brushRef="#br0">114 508 24575,'-5'4'0,"2"1"0,-1 1 0,1-1 0,-1 0 0,-2 9 0,-11 16 0,8-17 0,-14 21 0,22-33 0,1 1 0,-1-1 0,0 0 0,-1 0 0,1 0 0,0 0 0,0 0 0,0 0 0,-1 0 0,1 0 0,0 0 0,-1 0 0,1-1 0,-1 1 0,1-1 0,-1 1 0,1-1 0,-2 1 0,2-2 0,0 1 0,0-1 0,0 1 0,0-1 0,0 0 0,0 0 0,0 1 0,1-1 0,-1 0 0,0 0 0,1 0 0,-1 0 0,0 0 0,1 0 0,-1 0 0,1 0 0,0 0 0,-1 0 0,1 0 0,0 0 0,0 0 0,-1 0 0,1-1 0,0 1 0,0 0 0,0 0 0,0 0 0,1 0 0,-1 0 0,0 0 0,0 0 0,1-2 0,7-38 0,7-7 0,2 0 0,27-52 0,-42 96 0,0 0 0,0 0 0,0 1 0,0-1 0,1 1 0,0-1 0,-1 1 0,1 0 0,0 0 0,1 0 0,-1 1 0,0-1 0,1 1 0,-1 0 0,5-2 0,0 1 0,0 1 0,0 0 0,0 0 0,0 1 0,0 0 0,16 0 0,325 3 0,-109 0 0,-154-4 0,-1-4 0,160-32 0,-210 33 0,0 1 0,68 1 0,-103 3 0,0 0 0,0 1 0,0-1 0,0 0 0,0 0 0,0 0 0,0 0 0,0 0 0,0 0 0,0 1 0,0-1 0,0 0 0,0 0 0,0 0 0,0 0 0,0 0 0,0 0 0,0 1 0,0-1 0,0 0 0,0 0 0,0 0 0,0 0 0,0 0 0,0 0 0,0 1 0,0-1 0,0 0 0,1 0 0,-1 0 0,0 0 0,0 0 0,0 0 0,0 0 0,0 0 0,0 1 0,0-1 0,0 0 0,1 0 0,-1 0 0,0 0 0,0 0 0,0 0 0,0 0 0,0 0 0,0 0 0,1 0 0,-1 0 0,0 0 0,0 0 0,0 0 0,0 0 0,0 0 0,0 0 0,1 0 0,-1 0 0,-20 11 0,-35 12 0,51-22 0,-78 30 0,-139 31 0,194-58 0,-1-1 0,-47 0 0,48-3 0,-1 1 0,-41 8 0,12-1 0,0-2 0,-1-2 0,-57-5 0,69 0 0,45 2 0,0-1 0,1 0 0,-1 0 0,0 0 0,1 0 0,-1 1 0,0-1 0,1 0 0,-1 0 0,0 0 0,1-1 0,-1 1 0,0 0 0,1 0 0,-1 0 0,0 0 0,1-1 0,-1 1 0,1 0 0,-1 0 0,0-1 0,1 1 0,-1-1 0,1 1 0,-2-1 0,24-8 0,560-92 0,25 50 0,-2 47 0,-596 3 0,-20-2 0,-25-3 0,-146-12 0,-57-8 0,211 18 0,16 2 0,12 6 0,0 0 0,0 0 0,0-1 0,0 1 0,0 0 0,0 0 0,0 0 0,0 0 0,0-1 0,0 1 0,0 0 0,0 0 0,0 0 0,0 0 0,0-1 0,0 1 0,0 0 0,1 0 0,-1 0 0,0 0 0,0-1 0,0 1 0,0 0 0,0 0 0,0 0 0,0 0 0,0 0 0,1-1 0,-1 1 0,0 0 0,0 0 0,0 0 0,0 0 0,1 0 0,-1 0 0,0 0 0,0 0 0,0 0 0,0 0 0,1 0 0,-1 0 0,0 0 0,0 0 0,0 0 0,0 0 0,1 0 0,-1 0 0,0 0 0,0 0 0,0 0 0,1 0 0,14-3 0,0 1 0,1 0 0,30 1 0,-7 1 0,385-5-148,366-13-508,-227-20 481,-2-34 189,-533 67-14,-13 3 0,0-1 0,0 0 0,29-11 0,-44 14 0,0 0 0,0-1 0,0 1 0,-1 0 0,1 0 0,0 0 0,0 0 0,0 0 0,0 0 0,0 0 0,0-1 0,0 1 0,-1 0 0,1 0 0,0 0 0,0 0 0,0 0 0,0-1 0,0 1 0,0 0 0,0 0 0,0 0 0,0 0 0,0-1 0,0 1 0,0 0 0,0 0 0,0 0 0,0 0 0,0 0 0,0-1 0,0 1 0,0 0 0,0 0 0,0 0 0,0 0 0,0-1 0,1 1 0,-1 0 0,0 0 0,0 0 0,0 0 0,0 0 0,0 0 0,0-1 0,0 1 0,1 0 0,-1 0 0,0 0 0,0 0 0,0 0 0,0 0 0,0 0 0,1 0 0,-1 0 0,0 0 0,0 0 0,1 0 0,-13-3 117,1 2 0,0-1 0,-1 2 0,-17 0 0,1 0 102,-619 3-58,629-3-161,-163 8 0,161-6 0,1 1 0,-1 0 0,1 2 0,0 0 0,1 2 0,-35 15 0,53-22 0,-1 0 0,0 1 0,1-1 0,-1 0 0,1 0 0,-1 1 0,0-1 0,1 0 0,-1 0 0,1 1 0,-1-1 0,1 1 0,-1-1 0,1 0 0,0 1 0,-1-1 0,1 1 0,-1-1 0,1 1 0,0-1 0,-1 1 0,1 0 0,0-1 0,0 1 0,0-1 0,-1 1 0,1 0 0,0-1 0,0 2 0,1-1 0,1 0 0,-1 0 0,1-1 0,-1 1 0,1 0 0,-1-1 0,1 1 0,0 0 0,-1-1 0,1 0 0,0 1 0,-1-1 0,4 0 0,49 5 0,72-1 0,-67-4 0,1238 0-499,-923-1 424,-325 0 75,-84 2 0,-591 25 251,-133 4 72,719-29-323,-34 1 0,-90 12 0,147-10 0,22-2 0,36-3 0,386-36 0,124-6 0,-545 42 0,24 0 0,-21 2 0,-13 0 0,-234 52 0,101-19 0,-201 39 0,1051-192 0,-630 109 0,529-50 0,-611 60 0,1-1 0,0 1 0,-1 0 0,1-1 0,0 1 0,-1 0 0,1 0 0,0 1 0,0-1 0,-1 0 0,1 0 0,-1 1 0,1-1 0,0 1 0,1 0 0,-35 7 0,-470 38 0,381-38 0,-691 16 0,799-24 0,18 0 0,27-1 0,769 17 0,-576 0 0,346 71 0,-570-86 0,11 1 0,0 0 0,0 1 0,0 1 0,0 0 0,-1 0 0,20 11 0,-31-14 0,1-1 0,-1 0 0,1 1 0,-1-1 0,1 0 0,-1 1 0,1-1 0,-1 0 0,1 1 0,-1-1 0,1 1 0,-1-1 0,1 1 0,-1-1 0,0 1 0,0 0 0,1-1 0,-1 1 0,0-1 0,0 1 0,1 0 0,-1-1 0,0 1 0,0-1 0,0 1 0,0 0 0,0-1 0,0 1 0,0 1 0,-1-2 0,1 1 0,-1 0 0,0 0 0,0 0 0,1 0 0,-1-1 0,0 1 0,0 0 0,0-1 0,0 1 0,0-1 0,0 1 0,0-1 0,0 1 0,-1-1 0,-44 10 0,-12-6 0,0-2 0,-71-8 0,-121-22 0,153 16 0,-443-30 0,-340 44 0,1105-4 0,255 4 0,-232 27 0,-175-17 0,134 5 0,-152-18 0,-50 1 0,-7 0 0,-30-1 0,-1118 1 0,1129-1 0,-1-1 0,-34-8 0,-23-3 0,-162-20 0,89 9 0,81 14 0,14 1 0,-86-2 0,-20 10 0,-266 4 0,336 5 0,-171 37 0,262-44 0,-1-1 0,1 1 0,-1-1 0,1 1 0,0 0 0,0 0 0,-1 0 0,1 0 0,0 0 0,0 1 0,0-1 0,0 1 0,0-1 0,0 1 0,0 0 0,1-1 0,-1 1 0,1 0 0,-1 0 0,1 0 0,0 1 0,-1 1 0,1-1 0,0-1 0,1 1 0,0-1 0,0 1 0,0 0 0,0-1 0,0 1 0,0 0 0,1-1 0,-1 1 0,1-1 0,-1 1 0,1-1 0,0 1 0,0-1 0,1 1 0,-1-1 0,0 0 0,1 0 0,1 3 0,2 1 0,-1-1 0,0 1 0,-1 0 0,1 0 0,-1 1 0,-1-1 0,3 8 0,-4-12 0,-1 0 0,0 0 0,0 0 0,0-1 0,0 1 0,0 0 0,0 0 0,0 0 0,-1 0 0,1 0 0,-1 0 0,1 0 0,-1-1 0,0 1 0,1 0 0,-1 0 0,0-1 0,0 1 0,0 0 0,-1-1 0,1 1 0,0-1 0,-1 0 0,1 1 0,-1-1 0,1 0 0,-1 0 0,1 0 0,-1 0 0,-2 1 0,-7 4 0,-1-1 0,0-1 0,0 0 0,0 0 0,-1-1 0,1 0 0,-26 1 0,-95-4 0,86-2 0,31 2 0,-25 0 0,39 0 0,0-1 0,0 1 0,0 0 0,0-1 0,0 1 0,0-1 0,0 0 0,0 1 0,0-1 0,1 0 0,-1 0 0,0 0 0,0-1 0,-2-1 0,4 3 0,0 0 0,0-1 0,0 1 0,0 0 0,0-1 0,0 1 0,0-1 0,0 1 0,0 0 0,0-1 0,0 1 0,1 0 0,-1-1 0,0 1 0,0 0 0,0-1 0,0 1 0,0 0 0,1-1 0,-1 1 0,0 0 0,0-1 0,1 1 0,-1 0 0,0 0 0,0-1 0,1 1 0,-1 0 0,0 0 0,1-1 0,-1 1 0,0 0 0,1 0 0,-1 0 0,0 0 0,1 0 0,-1 0 0,1 0 0,-1 0 0,0-1 0,1 1 0,-1 0 0,0 1 0,1-1 0,0 0 0,19-4 0,54-8 0,58-5 0,238-11 0,-48 3 0,318-8 0,80 34 0,-695-2 0,0-2 0,33-7 0,34-3 0,-66 10 0,39-9 0,-40 7 0,44-4 0,372 6 0,-227 5 0,-200-2 0,-1-1 0,1-1 0,-1 0 0,0 0 0,0-2 0,0 1 0,22-11 0,0-4 0,45-29 0,-80 46 0,79-44 300,-42 25-1132,47-34-1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2T07:50:48.945"/>
    </inkml:context>
    <inkml:brush xml:id="br0">
      <inkml:brushProperty name="width" value="0.35" units="cm"/>
      <inkml:brushProperty name="height" value="0.35" units="cm"/>
      <inkml:brushProperty name="color" value="#FFFFFF"/>
    </inkml:brush>
  </inkml:definitions>
  <inkml:trace contextRef="#ctx0" brushRef="#br0">1007 215 24575,'286'-14'0,"18"0"0,-239 16 0,88-4 0,-140-2 0,-19-1 0,-27-2 0,-315-11 0,202 13 0,-890-93 0,832 68 0,199 29-124,0 1 0,1-1 0,-1 0 0,1 0 0,-1-1 0,1 1-1,0-1 1,-1 0 0,1 0 0,-5-4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98E49BEC-0BDE-477B-8F1A-82AD7B65B610}" type="datetimeFigureOut">
              <a:rPr lang="en-US" smtClean="0"/>
              <a:t>8/31/2026</a:t>
            </a:fld>
            <a:endParaRPr lang="en-US" dirty="0"/>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FBA8B785-CBDE-41BC-9E4A-8BF610CEEB0C}" type="slidenum">
              <a:rPr lang="en-US" smtClean="0"/>
              <a:t>‹#›</a:t>
            </a:fld>
            <a:endParaRPr lang="en-US" dirty="0"/>
          </a:p>
        </p:txBody>
      </p:sp>
    </p:spTree>
    <p:extLst>
      <p:ext uri="{BB962C8B-B14F-4D97-AF65-F5344CB8AC3E}">
        <p14:creationId xmlns:p14="http://schemas.microsoft.com/office/powerpoint/2010/main" val="2365889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A8B785-CBDE-41BC-9E4A-8BF610CEEB0C}" type="slidenum">
              <a:rPr lang="en-US" smtClean="0"/>
              <a:t>2</a:t>
            </a:fld>
            <a:endParaRPr lang="en-US" dirty="0"/>
          </a:p>
        </p:txBody>
      </p:sp>
    </p:spTree>
    <p:extLst>
      <p:ext uri="{BB962C8B-B14F-4D97-AF65-F5344CB8AC3E}">
        <p14:creationId xmlns:p14="http://schemas.microsoft.com/office/powerpoint/2010/main" val="1726678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A8B785-CBDE-41BC-9E4A-8BF610CEEB0C}" type="slidenum">
              <a:rPr lang="en-US" smtClean="0"/>
              <a:t>16</a:t>
            </a:fld>
            <a:endParaRPr lang="en-US" dirty="0"/>
          </a:p>
        </p:txBody>
      </p:sp>
    </p:spTree>
    <p:extLst>
      <p:ext uri="{BB962C8B-B14F-4D97-AF65-F5344CB8AC3E}">
        <p14:creationId xmlns:p14="http://schemas.microsoft.com/office/powerpoint/2010/main" val="1506794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3"/>
            <a:ext cx="10363200" cy="677108"/>
          </a:xfrm>
          <a:prstGeom prst="rect">
            <a:avLst/>
          </a:prstGeom>
        </p:spPr>
        <p:txBody>
          <a:bodyPr wrap="square" lIns="0" tIns="0" rIns="0" bIns="0">
            <a:spAutoFit/>
          </a:bodyPr>
          <a:lstStyle>
            <a:lvl1pPr>
              <a:defRPr sz="4400" b="1" i="0">
                <a:solidFill>
                  <a:schemeClr val="tx1"/>
                </a:solidFill>
                <a:latin typeface="Calibri"/>
                <a:cs typeface="Calibri"/>
              </a:defRPr>
            </a:lvl1pPr>
          </a:lstStyle>
          <a:p>
            <a:endParaRPr/>
          </a:p>
        </p:txBody>
      </p:sp>
      <p:sp>
        <p:nvSpPr>
          <p:cNvPr id="3" name="Holder 3"/>
          <p:cNvSpPr>
            <a:spLocks noGrp="1"/>
          </p:cNvSpPr>
          <p:nvPr>
            <p:ph type="subTitle" idx="4"/>
          </p:nvPr>
        </p:nvSpPr>
        <p:spPr>
          <a:xfrm>
            <a:off x="1828800" y="3840483"/>
            <a:ext cx="8534400" cy="492443"/>
          </a:xfrm>
          <a:prstGeom prst="rect">
            <a:avLst/>
          </a:prstGeom>
        </p:spPr>
        <p:txBody>
          <a:bodyPr wrap="square" lIns="0" tIns="0" rIns="0" bIns="0">
            <a:spAutoFit/>
          </a:bodyPr>
          <a:lstStyle>
            <a:lvl1pPr>
              <a:defRPr sz="32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8/31/2026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986161" y="209822"/>
            <a:ext cx="10219689" cy="677108"/>
          </a:xfrm>
        </p:spPr>
        <p:txBody>
          <a:bodyPr lIns="0" tIns="0" rIns="0" bIns="0"/>
          <a:lstStyle>
            <a:lvl1pPr>
              <a:defRPr sz="4400" b="1" i="0">
                <a:solidFill>
                  <a:schemeClr val="tx1"/>
                </a:solidFill>
                <a:latin typeface="Calibri"/>
                <a:cs typeface="Calibri"/>
              </a:defRPr>
            </a:lvl1pPr>
          </a:lstStyle>
          <a:p>
            <a:endParaRPr/>
          </a:p>
        </p:txBody>
      </p:sp>
      <p:sp>
        <p:nvSpPr>
          <p:cNvPr id="3" name="Holder 3"/>
          <p:cNvSpPr>
            <a:spLocks noGrp="1"/>
          </p:cNvSpPr>
          <p:nvPr>
            <p:ph type="body" idx="1"/>
          </p:nvPr>
        </p:nvSpPr>
        <p:spPr>
          <a:xfrm>
            <a:off x="788245" y="1528068"/>
            <a:ext cx="8145780" cy="492443"/>
          </a:xfrm>
        </p:spPr>
        <p:txBody>
          <a:bodyPr lIns="0" tIns="0" rIns="0" bIns="0"/>
          <a:lstStyle>
            <a:lvl1pPr>
              <a:defRPr sz="32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8/31/2026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986161" y="209822"/>
            <a:ext cx="10219689" cy="677108"/>
          </a:xfrm>
        </p:spPr>
        <p:txBody>
          <a:bodyPr lIns="0" tIns="0" rIns="0" bIns="0"/>
          <a:lstStyle>
            <a:lvl1pPr>
              <a:defRPr sz="4400" b="1"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4"/>
            <a:ext cx="5303520" cy="49244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4"/>
            <a:ext cx="5303520" cy="492443"/>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8/31/2026</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986161" y="209822"/>
            <a:ext cx="10219689" cy="677108"/>
          </a:xfrm>
        </p:spPr>
        <p:txBody>
          <a:bodyPr lIns="0" tIns="0" rIns="0" bIns="0"/>
          <a:lstStyle>
            <a:lvl1pPr>
              <a:defRPr sz="440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8/31/2026</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8/31/2026</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86161" y="209818"/>
            <a:ext cx="10219689" cy="677108"/>
          </a:xfrm>
          <a:prstGeom prst="rect">
            <a:avLst/>
          </a:prstGeom>
        </p:spPr>
        <p:txBody>
          <a:bodyPr wrap="square" lIns="0" tIns="0" rIns="0" bIns="0">
            <a:spAutoFit/>
          </a:bodyPr>
          <a:lstStyle>
            <a:lvl1pPr>
              <a:defRPr sz="4400" b="1" i="0">
                <a:solidFill>
                  <a:schemeClr val="tx1"/>
                </a:solidFill>
                <a:latin typeface="Calibri"/>
                <a:cs typeface="Calibri"/>
              </a:defRPr>
            </a:lvl1pPr>
          </a:lstStyle>
          <a:p>
            <a:endParaRPr/>
          </a:p>
        </p:txBody>
      </p:sp>
      <p:sp>
        <p:nvSpPr>
          <p:cNvPr id="3" name="Holder 3"/>
          <p:cNvSpPr>
            <a:spLocks noGrp="1"/>
          </p:cNvSpPr>
          <p:nvPr>
            <p:ph type="body" idx="1"/>
          </p:nvPr>
        </p:nvSpPr>
        <p:spPr>
          <a:xfrm>
            <a:off x="788245" y="1528069"/>
            <a:ext cx="8145780" cy="492443"/>
          </a:xfrm>
          <a:prstGeom prst="rect">
            <a:avLst/>
          </a:prstGeom>
        </p:spPr>
        <p:txBody>
          <a:bodyPr wrap="square" lIns="0" tIns="0" rIns="0" bIns="0">
            <a:spAutoFit/>
          </a:bodyPr>
          <a:lstStyle>
            <a:lvl1pPr>
              <a:defRPr sz="3200" b="1"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5"/>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609600" y="6377945"/>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8/31/2026</a:t>
            </a:fld>
            <a:endParaRPr lang="en-US" dirty="0"/>
          </a:p>
        </p:txBody>
      </p:sp>
      <p:sp>
        <p:nvSpPr>
          <p:cNvPr id="6" name="Holder 6"/>
          <p:cNvSpPr>
            <a:spLocks noGrp="1"/>
          </p:cNvSpPr>
          <p:nvPr>
            <p:ph type="sldNum" sz="quarter" idx="7"/>
          </p:nvPr>
        </p:nvSpPr>
        <p:spPr>
          <a:xfrm>
            <a:off x="8778240" y="6377945"/>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195">
        <a:defRPr>
          <a:latin typeface="+mn-lt"/>
          <a:ea typeface="+mn-ea"/>
          <a:cs typeface="+mn-cs"/>
        </a:defRPr>
      </a:lvl2pPr>
      <a:lvl3pPr marL="914388">
        <a:defRPr>
          <a:latin typeface="+mn-lt"/>
          <a:ea typeface="+mn-ea"/>
          <a:cs typeface="+mn-cs"/>
        </a:defRPr>
      </a:lvl3pPr>
      <a:lvl4pPr marL="1371583">
        <a:defRPr>
          <a:latin typeface="+mn-lt"/>
          <a:ea typeface="+mn-ea"/>
          <a:cs typeface="+mn-cs"/>
        </a:defRPr>
      </a:lvl4pPr>
      <a:lvl5pPr marL="1828777">
        <a:defRPr>
          <a:latin typeface="+mn-lt"/>
          <a:ea typeface="+mn-ea"/>
          <a:cs typeface="+mn-cs"/>
        </a:defRPr>
      </a:lvl5pPr>
      <a:lvl6pPr marL="2285972">
        <a:defRPr>
          <a:latin typeface="+mn-lt"/>
          <a:ea typeface="+mn-ea"/>
          <a:cs typeface="+mn-cs"/>
        </a:defRPr>
      </a:lvl6pPr>
      <a:lvl7pPr marL="2743166">
        <a:defRPr>
          <a:latin typeface="+mn-lt"/>
          <a:ea typeface="+mn-ea"/>
          <a:cs typeface="+mn-cs"/>
        </a:defRPr>
      </a:lvl7pPr>
      <a:lvl8pPr marL="3200360">
        <a:defRPr>
          <a:latin typeface="+mn-lt"/>
          <a:ea typeface="+mn-ea"/>
          <a:cs typeface="+mn-cs"/>
        </a:defRPr>
      </a:lvl8pPr>
      <a:lvl9pPr marL="3657555">
        <a:defRPr>
          <a:latin typeface="+mn-lt"/>
          <a:ea typeface="+mn-ea"/>
          <a:cs typeface="+mn-cs"/>
        </a:defRPr>
      </a:lvl9pPr>
    </p:bodyStyle>
    <p:otherStyle>
      <a:lvl1pPr marL="0">
        <a:defRPr>
          <a:latin typeface="+mn-lt"/>
          <a:ea typeface="+mn-ea"/>
          <a:cs typeface="+mn-cs"/>
        </a:defRPr>
      </a:lvl1pPr>
      <a:lvl2pPr marL="457195">
        <a:defRPr>
          <a:latin typeface="+mn-lt"/>
          <a:ea typeface="+mn-ea"/>
          <a:cs typeface="+mn-cs"/>
        </a:defRPr>
      </a:lvl2pPr>
      <a:lvl3pPr marL="914388">
        <a:defRPr>
          <a:latin typeface="+mn-lt"/>
          <a:ea typeface="+mn-ea"/>
          <a:cs typeface="+mn-cs"/>
        </a:defRPr>
      </a:lvl3pPr>
      <a:lvl4pPr marL="1371583">
        <a:defRPr>
          <a:latin typeface="+mn-lt"/>
          <a:ea typeface="+mn-ea"/>
          <a:cs typeface="+mn-cs"/>
        </a:defRPr>
      </a:lvl4pPr>
      <a:lvl5pPr marL="1828777">
        <a:defRPr>
          <a:latin typeface="+mn-lt"/>
          <a:ea typeface="+mn-ea"/>
          <a:cs typeface="+mn-cs"/>
        </a:defRPr>
      </a:lvl5pPr>
      <a:lvl6pPr marL="2285972">
        <a:defRPr>
          <a:latin typeface="+mn-lt"/>
          <a:ea typeface="+mn-ea"/>
          <a:cs typeface="+mn-cs"/>
        </a:defRPr>
      </a:lvl6pPr>
      <a:lvl7pPr marL="2743166">
        <a:defRPr>
          <a:latin typeface="+mn-lt"/>
          <a:ea typeface="+mn-ea"/>
          <a:cs typeface="+mn-cs"/>
        </a:defRPr>
      </a:lvl7pPr>
      <a:lvl8pPr marL="3200360">
        <a:defRPr>
          <a:latin typeface="+mn-lt"/>
          <a:ea typeface="+mn-ea"/>
          <a:cs typeface="+mn-cs"/>
        </a:defRPr>
      </a:lvl8pPr>
      <a:lvl9pPr marL="3657555">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30.png"/><Relationship Id="rId4" Type="http://schemas.openxmlformats.org/officeDocument/2006/relationships/customXml" Target="../ink/ink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who.int/news-room/fact-sheets/detail/diabetes?utm_source=chatgpt.com" TargetMode="External"/><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diabetesatlas.org/?utm_source=chatgpt.com" TargetMode="External"/><Relationship Id="rId4" Type="http://schemas.openxmlformats.org/officeDocument/2006/relationships/hyperlink" Target="https://diabetesjournals.org/care?utm_source=chatgpt.com"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2108667"/>
            <a:ext cx="8433444" cy="1459374"/>
          </a:xfrm>
          <a:prstGeom prst="rect">
            <a:avLst/>
          </a:prstGeom>
        </p:spPr>
        <p:txBody>
          <a:bodyPr vert="horz" wrap="square" lIns="0" tIns="12700" rIns="0" bIns="0" rtlCol="0">
            <a:spAutoFit/>
          </a:bodyPr>
          <a:lstStyle/>
          <a:p>
            <a:pPr marL="2424401" marR="5081" indent="-2412334">
              <a:spcBef>
                <a:spcPts val="100"/>
              </a:spcBef>
            </a:pPr>
            <a:r>
              <a:rPr lang="en-IN" sz="28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Department</a:t>
            </a:r>
            <a:r>
              <a:rPr sz="2800" spc="-8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of</a:t>
            </a:r>
            <a:r>
              <a:rPr lang="en-IN" sz="2800" dirty="0">
                <a:latin typeface="Times New Roman" panose="02020603050405020304" pitchFamily="18" charset="0"/>
                <a:cs typeface="Times New Roman" panose="02020603050405020304" pitchFamily="18" charset="0"/>
              </a:rPr>
              <a:t> Artificial Intelligence and Data Science</a:t>
            </a:r>
            <a:br>
              <a:rPr lang="en-IN" sz="2800" dirty="0">
                <a:latin typeface="Times New Roman" panose="02020603050405020304" pitchFamily="18" charset="0"/>
                <a:cs typeface="Times New Roman" panose="02020603050405020304" pitchFamily="18" charset="0"/>
              </a:rPr>
            </a:br>
            <a:br>
              <a:rPr lang="en-IN" sz="3300" dirty="0">
                <a:latin typeface="Times New Roman" panose="02020603050405020304" pitchFamily="18" charset="0"/>
                <a:cs typeface="Times New Roman" panose="02020603050405020304" pitchFamily="18" charset="0"/>
              </a:rPr>
            </a:br>
            <a:endParaRPr sz="33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685797" y="2662665"/>
            <a:ext cx="10820405" cy="1441420"/>
          </a:xfrm>
          <a:prstGeom prst="rect">
            <a:avLst/>
          </a:prstGeom>
        </p:spPr>
        <p:txBody>
          <a:bodyPr vert="horz" wrap="square" lIns="0" tIns="12700" rIns="0" bIns="0" rtlCol="0">
            <a:spAutoFit/>
          </a:bodyPr>
          <a:lstStyle/>
          <a:p>
            <a:pPr marL="2125319" marR="5081" indent="-2113254" algn="ctr">
              <a:spcBef>
                <a:spcPts val="100"/>
              </a:spcBef>
            </a:pPr>
            <a:endParaRPr lang="en-IN" sz="2000" b="1" dirty="0">
              <a:solidFill>
                <a:srgbClr val="0070C0"/>
              </a:solidFill>
              <a:latin typeface="Times New Roman" panose="02020603050405020304" pitchFamily="18" charset="0"/>
              <a:cs typeface="Times New Roman" panose="02020603050405020304" pitchFamily="18" charset="0"/>
            </a:endParaRPr>
          </a:p>
          <a:p>
            <a:pPr marL="2125319" marR="5081" indent="-2113254" algn="ctr">
              <a:spcBef>
                <a:spcPts val="100"/>
              </a:spcBef>
            </a:pPr>
            <a:r>
              <a:rPr lang="en-US" sz="2400" b="1" dirty="0">
                <a:solidFill>
                  <a:srgbClr val="0070C0"/>
                </a:solidFill>
                <a:latin typeface="Times New Roman" panose="02020603050405020304" pitchFamily="18" charset="0"/>
                <a:cs typeface="Times New Roman" panose="02020603050405020304" pitchFamily="18" charset="0"/>
              </a:rPr>
              <a:t>             DSA0404-Fundamentals of Data Science</a:t>
            </a:r>
            <a:r>
              <a:rPr lang="en-US" sz="2400" b="1" spc="-60" dirty="0">
                <a:solidFill>
                  <a:srgbClr val="0070C0"/>
                </a:solidFill>
                <a:latin typeface="Times New Roman" panose="02020603050405020304" pitchFamily="18" charset="0"/>
                <a:cs typeface="Times New Roman" panose="02020603050405020304" pitchFamily="18" charset="0"/>
              </a:rPr>
              <a:t>		</a:t>
            </a:r>
            <a:endParaRPr lang="en-US" sz="2000" b="1" spc="-100" dirty="0">
              <a:solidFill>
                <a:srgbClr val="0070C0"/>
              </a:solidFill>
              <a:latin typeface="Times New Roman" panose="02020603050405020304" pitchFamily="18" charset="0"/>
              <a:cs typeface="Times New Roman" panose="02020603050405020304" pitchFamily="18" charset="0"/>
            </a:endParaRPr>
          </a:p>
          <a:p>
            <a:pPr algn="ctr"/>
            <a:r>
              <a:rPr lang="en-IN" sz="2400" b="1" dirty="0">
                <a:latin typeface="Times New Roman" panose="02020603050405020304" pitchFamily="18" charset="0"/>
                <a:cs typeface="Times New Roman" panose="02020603050405020304" pitchFamily="18" charset="0"/>
              </a:rPr>
              <a:t>An Exploratory Data Analytics Framework for Understanding Diabetes Risk Factors Using Healthcare and Lifestyle Data</a:t>
            </a:r>
            <a:endParaRPr lang="en-US" sz="2400" b="1"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554187" y="228600"/>
            <a:ext cx="10515600" cy="1194916"/>
          </a:xfrm>
          <a:prstGeom prst="rect">
            <a:avLst/>
          </a:prstGeom>
        </p:spPr>
      </p:pic>
      <p:sp>
        <p:nvSpPr>
          <p:cNvPr id="5" name="TextBox 4">
            <a:extLst>
              <a:ext uri="{FF2B5EF4-FFF2-40B4-BE49-F238E27FC236}">
                <a16:creationId xmlns:a16="http://schemas.microsoft.com/office/drawing/2014/main" id="{11A32484-AFBC-FADC-A657-F6BDD7B22EC4}"/>
              </a:ext>
            </a:extLst>
          </p:cNvPr>
          <p:cNvSpPr txBox="1"/>
          <p:nvPr/>
        </p:nvSpPr>
        <p:spPr>
          <a:xfrm>
            <a:off x="4953005" y="5029200"/>
            <a:ext cx="6096000" cy="923330"/>
          </a:xfrm>
          <a:prstGeom prst="rect">
            <a:avLst/>
          </a:prstGeom>
          <a:noFill/>
        </p:spPr>
        <p:txBody>
          <a:bodyPr wrap="square" rtlCol="0">
            <a:spAutoFit/>
          </a:bodyPr>
          <a:lstStyle/>
          <a:p>
            <a:pPr marL="2244697" algn="l"/>
            <a:r>
              <a:rPr lang="en-US" b="1" dirty="0">
                <a:solidFill>
                  <a:srgbClr val="002060"/>
                </a:solidFill>
                <a:latin typeface="Times New Roman" panose="02020603050405020304" pitchFamily="18" charset="0"/>
                <a:cs typeface="Times New Roman" panose="02020603050405020304" pitchFamily="18" charset="0"/>
              </a:rPr>
              <a:t>Submitted</a:t>
            </a:r>
            <a:r>
              <a:rPr lang="en-US" b="1" spc="-95" dirty="0">
                <a:solidFill>
                  <a:srgbClr val="002060"/>
                </a:solidFill>
                <a:latin typeface="Times New Roman" panose="02020603050405020304" pitchFamily="18" charset="0"/>
                <a:cs typeface="Times New Roman" panose="02020603050405020304" pitchFamily="18" charset="0"/>
              </a:rPr>
              <a:t> </a:t>
            </a:r>
            <a:r>
              <a:rPr lang="en-US" b="1" spc="-25" dirty="0">
                <a:solidFill>
                  <a:srgbClr val="002060"/>
                </a:solidFill>
                <a:latin typeface="Times New Roman" panose="02020603050405020304" pitchFamily="18" charset="0"/>
                <a:cs typeface="Times New Roman" panose="02020603050405020304" pitchFamily="18" charset="0"/>
              </a:rPr>
              <a:t>By:</a:t>
            </a:r>
          </a:p>
          <a:p>
            <a:pPr marL="2244697" algn="l"/>
            <a:r>
              <a:rPr lang="en-US" b="1" spc="-25" dirty="0">
                <a:solidFill>
                  <a:srgbClr val="002060"/>
                </a:solidFill>
                <a:latin typeface="Times New Roman" panose="02020603050405020304" pitchFamily="18" charset="0"/>
                <a:cs typeface="Times New Roman" panose="02020603050405020304" pitchFamily="18" charset="0"/>
              </a:rPr>
              <a:t>T  Megha Harsha (192424389)</a:t>
            </a:r>
          </a:p>
          <a:p>
            <a:pPr marL="2244697" algn="l"/>
            <a:r>
              <a:rPr lang="en-US" b="1" spc="-25" dirty="0">
                <a:solidFill>
                  <a:srgbClr val="002060"/>
                </a:solidFill>
                <a:latin typeface="Times New Roman" panose="02020603050405020304" pitchFamily="18" charset="0"/>
                <a:cs typeface="Times New Roman" panose="02020603050405020304" pitchFamily="18" charset="0"/>
              </a:rPr>
              <a:t>B C Yugesh (192424282)</a:t>
            </a:r>
            <a:r>
              <a:rPr lang="en-US" spc="-11" dirty="0">
                <a:solidFill>
                  <a:srgbClr val="002060"/>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8A32E1-F909-A26B-BE81-A225BD81F101}"/>
              </a:ext>
            </a:extLst>
          </p:cNvPr>
          <p:cNvSpPr txBox="1"/>
          <p:nvPr/>
        </p:nvSpPr>
        <p:spPr>
          <a:xfrm>
            <a:off x="304800" y="1626709"/>
            <a:ext cx="7620000" cy="5115311"/>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Diabetes is a common health condition influenced by healthcare, lifestyle, and demographic factors. </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 analytics helps identify patterns and relationships between diabetes and different risk factors. </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This project uses healthcare, lifestyle, and demographic data to understand diabetes-related patterns. </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 preprocessing and exploratory data analysis are used to clean the dataset and discover meaningful trends. </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Statistical analysis and data visualization are used to present important findings clearly and support better health awareness.</a:t>
            </a:r>
          </a:p>
          <a:p>
            <a:pPr marL="342900" lvl="0" indent="-342900" algn="just">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B2BB67B-B048-9AEE-2135-86C4068EAAE5}"/>
              </a:ext>
            </a:extLst>
          </p:cNvPr>
          <p:cNvSpPr txBox="1"/>
          <p:nvPr/>
        </p:nvSpPr>
        <p:spPr>
          <a:xfrm>
            <a:off x="4457147" y="609600"/>
            <a:ext cx="3277705" cy="769441"/>
          </a:xfrm>
          <a:prstGeom prst="rect">
            <a:avLst/>
          </a:prstGeom>
          <a:noFill/>
        </p:spPr>
        <p:txBody>
          <a:bodyPr wrap="square">
            <a:spAutoFit/>
          </a:bodyPr>
          <a:lstStyle/>
          <a:p>
            <a:r>
              <a:rPr lang="en-US" sz="4400" b="1" spc="-11" dirty="0">
                <a:solidFill>
                  <a:schemeClr val="tx1"/>
                </a:solidFill>
                <a:latin typeface="Times New Roman" panose="02020603050405020304" pitchFamily="18" charset="0"/>
                <a:cs typeface="Times New Roman" panose="02020603050405020304" pitchFamily="18" charset="0"/>
              </a:rPr>
              <a:t>Int</a:t>
            </a:r>
            <a:r>
              <a:rPr lang="en-US" sz="4400" b="1" spc="-11" dirty="0">
                <a:latin typeface="Times New Roman" panose="02020603050405020304" pitchFamily="18" charset="0"/>
                <a:cs typeface="Times New Roman" panose="02020603050405020304" pitchFamily="18" charset="0"/>
              </a:rPr>
              <a:t>roduction</a:t>
            </a:r>
            <a:endParaRPr lang="en-US" sz="4400" b="1" dirty="0"/>
          </a:p>
        </p:txBody>
      </p:sp>
      <p:pic>
        <p:nvPicPr>
          <p:cNvPr id="3" name="Picture 2">
            <a:extLst>
              <a:ext uri="{FF2B5EF4-FFF2-40B4-BE49-F238E27FC236}">
                <a16:creationId xmlns:a16="http://schemas.microsoft.com/office/drawing/2014/main" id="{B8771E7A-10D5-6636-2BD2-111274459F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1000" y="2133600"/>
            <a:ext cx="4002280" cy="3352800"/>
          </a:xfrm>
          <a:prstGeom prst="rect">
            <a:avLst/>
          </a:prstGeom>
        </p:spPr>
      </p:pic>
      <p:pic>
        <p:nvPicPr>
          <p:cNvPr id="4" name="Picture 3" descr="Saveetha School of Engineering, Chennai, Tamil Nadu - Careerindia">
            <a:extLst>
              <a:ext uri="{FF2B5EF4-FFF2-40B4-BE49-F238E27FC236}">
                <a16:creationId xmlns:a16="http://schemas.microsoft.com/office/drawing/2014/main" id="{FA5EDF7A-5BA8-7EC3-45DB-D22AC487BE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617" y="155036"/>
            <a:ext cx="982441" cy="129276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CFP: Conference on Smart &amp; Modernisation Techniques @ Saveetha University,  Chennai [Mar 16-17] : Submit by Jan 8 - NoticeBard | Home">
            <a:extLst>
              <a:ext uri="{FF2B5EF4-FFF2-40B4-BE49-F238E27FC236}">
                <a16:creationId xmlns:a16="http://schemas.microsoft.com/office/drawing/2014/main" id="{E6EE8A9B-DAA8-C295-A355-CE650EE47B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82173" y="-563092"/>
            <a:ext cx="3052177" cy="25325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0BBD71-F022-841E-A369-448B9A0127C7}"/>
              </a:ext>
            </a:extLst>
          </p:cNvPr>
          <p:cNvSpPr txBox="1"/>
          <p:nvPr/>
        </p:nvSpPr>
        <p:spPr>
          <a:xfrm>
            <a:off x="1714500" y="2209800"/>
            <a:ext cx="8763000" cy="960328"/>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To analyze healthcare and lifestyle data using exploratory data analytics to identify important factors and patterns associated with diabetes.</a:t>
            </a:r>
          </a:p>
        </p:txBody>
      </p:sp>
      <p:sp>
        <p:nvSpPr>
          <p:cNvPr id="7" name="TextBox 6">
            <a:extLst>
              <a:ext uri="{FF2B5EF4-FFF2-40B4-BE49-F238E27FC236}">
                <a16:creationId xmlns:a16="http://schemas.microsoft.com/office/drawing/2014/main" id="{36FB271A-5E52-9BF9-37A6-C5EA40ACF7DF}"/>
              </a:ext>
            </a:extLst>
          </p:cNvPr>
          <p:cNvSpPr txBox="1"/>
          <p:nvPr/>
        </p:nvSpPr>
        <p:spPr>
          <a:xfrm>
            <a:off x="4686300" y="838200"/>
            <a:ext cx="2819400" cy="769441"/>
          </a:xfrm>
          <a:prstGeom prst="rect">
            <a:avLst/>
          </a:prstGeom>
          <a:noFill/>
        </p:spPr>
        <p:txBody>
          <a:bodyPr wrap="square">
            <a:spAutoFit/>
          </a:bodyPr>
          <a:lstStyle/>
          <a:p>
            <a:r>
              <a:rPr lang="en-US" sz="4400" b="1" dirty="0">
                <a:latin typeface="Times New Roman" panose="02020603050405020304" pitchFamily="18" charset="0"/>
                <a:cs typeface="Times New Roman" panose="02020603050405020304" pitchFamily="18" charset="0"/>
              </a:rPr>
              <a:t>Objectives</a:t>
            </a:r>
          </a:p>
        </p:txBody>
      </p:sp>
      <p:sp>
        <p:nvSpPr>
          <p:cNvPr id="3" name="TextBox 2">
            <a:extLst>
              <a:ext uri="{FF2B5EF4-FFF2-40B4-BE49-F238E27FC236}">
                <a16:creationId xmlns:a16="http://schemas.microsoft.com/office/drawing/2014/main" id="{F4130FF8-3CA1-14C4-537C-B0AE15708FB5}"/>
              </a:ext>
            </a:extLst>
          </p:cNvPr>
          <p:cNvSpPr txBox="1"/>
          <p:nvPr/>
        </p:nvSpPr>
        <p:spPr>
          <a:xfrm>
            <a:off x="3047172" y="3429000"/>
            <a:ext cx="6097656" cy="2120068"/>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Clean and prepare the healthcare dataset.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Understand the distribution of patient health information.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Identify important diabetes-related factors.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Analyze relationships between different variables.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Visualize patterns using suitable graphs and charts.</a:t>
            </a:r>
          </a:p>
        </p:txBody>
      </p:sp>
      <p:pic>
        <p:nvPicPr>
          <p:cNvPr id="4" name="Picture 3" descr="Saveetha School of Engineering, Chennai, Tamil Nadu - Careerindia">
            <a:extLst>
              <a:ext uri="{FF2B5EF4-FFF2-40B4-BE49-F238E27FC236}">
                <a16:creationId xmlns:a16="http://schemas.microsoft.com/office/drawing/2014/main" id="{BEFE52A7-69E7-7A5E-6EBE-97A3DAB70C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617" y="137651"/>
            <a:ext cx="982441" cy="129276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CFP: Conference on Smart &amp; Modernisation Techniques @ Saveetha University,  Chennai [Mar 16-17] : Submit by Jan 8 - NoticeBard | Home">
            <a:extLst>
              <a:ext uri="{FF2B5EF4-FFF2-40B4-BE49-F238E27FC236}">
                <a16:creationId xmlns:a16="http://schemas.microsoft.com/office/drawing/2014/main" id="{41C4917D-A44B-1CDD-7FEA-B37F3A7F3E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2173" y="-563092"/>
            <a:ext cx="3052177" cy="2532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4693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10050" y="876498"/>
            <a:ext cx="3771900" cy="689932"/>
          </a:xfrm>
          <a:prstGeom prst="rect">
            <a:avLst/>
          </a:prstGeom>
        </p:spPr>
        <p:txBody>
          <a:bodyPr vert="horz" wrap="square" lIns="0" tIns="12700" rIns="0" bIns="0" rtlCol="0">
            <a:spAutoFit/>
          </a:bodyPr>
          <a:lstStyle/>
          <a:p>
            <a:pPr marL="12701">
              <a:spcBef>
                <a:spcPts val="100"/>
              </a:spcBef>
            </a:pPr>
            <a:r>
              <a:rPr lang="en-US" dirty="0">
                <a:latin typeface="Times New Roman" panose="02020603050405020304" pitchFamily="18" charset="0"/>
                <a:cs typeface="Times New Roman" panose="02020603050405020304" pitchFamily="18" charset="0"/>
              </a:rPr>
              <a:t>SDG Mapping</a:t>
            </a:r>
            <a:endParaRPr spc="-11" dirty="0">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831273" y="2484583"/>
            <a:ext cx="9760527" cy="48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solidFill>
                <a:schemeClr val="tx1"/>
              </a:solidFill>
              <a:effectLst/>
              <a:latin typeface="+mn-lt"/>
            </a:endParaRPr>
          </a:p>
        </p:txBody>
      </p:sp>
      <p:sp>
        <p:nvSpPr>
          <p:cNvPr id="7" name="TextBox 6">
            <a:extLst>
              <a:ext uri="{FF2B5EF4-FFF2-40B4-BE49-F238E27FC236}">
                <a16:creationId xmlns:a16="http://schemas.microsoft.com/office/drawing/2014/main" id="{E5650B4F-D20C-EDA9-E5C9-77B7229432C7}"/>
              </a:ext>
            </a:extLst>
          </p:cNvPr>
          <p:cNvSpPr txBox="1"/>
          <p:nvPr/>
        </p:nvSpPr>
        <p:spPr>
          <a:xfrm>
            <a:off x="1442660" y="2133600"/>
            <a:ext cx="9301540" cy="3730317"/>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Good Health and Well-being:</a:t>
            </a:r>
            <a:r>
              <a:rPr lang="en-IN" sz="2000" dirty="0">
                <a:latin typeface="Times New Roman" panose="02020603050405020304" pitchFamily="18" charset="0"/>
                <a:cs typeface="Times New Roman" panose="02020603050405020304" pitchFamily="18" charset="0"/>
              </a:rPr>
              <a:t> Supports better understanding of diabetes risk factors. </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Early Risk Identification:</a:t>
            </a:r>
            <a:r>
              <a:rPr lang="en-IN" sz="2000" dirty="0">
                <a:latin typeface="Times New Roman" panose="02020603050405020304" pitchFamily="18" charset="0"/>
                <a:cs typeface="Times New Roman" panose="02020603050405020304" pitchFamily="18" charset="0"/>
              </a:rPr>
              <a:t> Helps identify factors related to diabetes at an early stage. </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Health Awareness:</a:t>
            </a:r>
            <a:r>
              <a:rPr lang="en-IN" sz="2000" dirty="0">
                <a:latin typeface="Times New Roman" panose="02020603050405020304" pitchFamily="18" charset="0"/>
                <a:cs typeface="Times New Roman" panose="02020603050405020304" pitchFamily="18" charset="0"/>
              </a:rPr>
              <a:t> Provides insights into lifestyle factors affecting health. </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Data-Driven Healthcare:</a:t>
            </a:r>
            <a:r>
              <a:rPr lang="en-IN" sz="2000" dirty="0">
                <a:latin typeface="Times New Roman" panose="02020603050405020304" pitchFamily="18" charset="0"/>
                <a:cs typeface="Times New Roman" panose="02020603050405020304" pitchFamily="18" charset="0"/>
              </a:rPr>
              <a:t> Encourages the use of data for healthcare analysis and decision-making. </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Preventive Health:</a:t>
            </a:r>
            <a:r>
              <a:rPr lang="en-IN" sz="2000" dirty="0">
                <a:latin typeface="Times New Roman" panose="02020603050405020304" pitchFamily="18" charset="0"/>
                <a:cs typeface="Times New Roman" panose="02020603050405020304" pitchFamily="18" charset="0"/>
              </a:rPr>
              <a:t> Supports awareness of healthier lifestyle choices and diabetes prevention. </a:t>
            </a:r>
          </a:p>
          <a:p>
            <a:pPr marL="342900" indent="-342900">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5" name="Picture 4" descr="Saveetha School of Engineering, Chennai, Tamil Nadu - Careerindia">
            <a:extLst>
              <a:ext uri="{FF2B5EF4-FFF2-40B4-BE49-F238E27FC236}">
                <a16:creationId xmlns:a16="http://schemas.microsoft.com/office/drawing/2014/main" id="{E6CD2B85-CFBB-8097-EDBB-F967A891C3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617" y="137651"/>
            <a:ext cx="982441" cy="129276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CFP: Conference on Smart &amp; Modernisation Techniques @ Saveetha University,  Chennai [Mar 16-17] : Submit by Jan 8 - NoticeBard | Home">
            <a:extLst>
              <a:ext uri="{FF2B5EF4-FFF2-40B4-BE49-F238E27FC236}">
                <a16:creationId xmlns:a16="http://schemas.microsoft.com/office/drawing/2014/main" id="{F0AD9555-6E14-86B1-4888-662A77EAAB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2173" y="-563092"/>
            <a:ext cx="3052177" cy="25325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6B560-713E-D270-AAA1-0FA4EF6DBCD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1C1207C-A7C4-D828-1D08-A500663CB63D}"/>
              </a:ext>
            </a:extLst>
          </p:cNvPr>
          <p:cNvSpPr txBox="1"/>
          <p:nvPr/>
        </p:nvSpPr>
        <p:spPr>
          <a:xfrm>
            <a:off x="3733797" y="381000"/>
            <a:ext cx="4724400" cy="769441"/>
          </a:xfrm>
          <a:prstGeom prst="rect">
            <a:avLst/>
          </a:prstGeom>
          <a:noFill/>
        </p:spPr>
        <p:txBody>
          <a:bodyPr wrap="square">
            <a:spAutoFit/>
          </a:bodyPr>
          <a:lstStyle/>
          <a:p>
            <a:r>
              <a:rPr lang="en-IN" sz="4400" b="1" dirty="0">
                <a:solidFill>
                  <a:schemeClr val="tx1"/>
                </a:solidFill>
                <a:latin typeface="Times New Roman" panose="02020603050405020304" pitchFamily="18" charset="0"/>
                <a:cs typeface="Times New Roman" panose="02020603050405020304" pitchFamily="18" charset="0"/>
              </a:rPr>
              <a:t>Literature</a:t>
            </a:r>
            <a:r>
              <a:rPr lang="en-IN" sz="4400" b="1" dirty="0">
                <a:latin typeface="Times New Roman" panose="02020603050405020304" pitchFamily="18" charset="0"/>
                <a:cs typeface="Times New Roman" panose="02020603050405020304" pitchFamily="18" charset="0"/>
              </a:rPr>
              <a:t> Review</a:t>
            </a:r>
            <a:endParaRPr lang="en-US" sz="44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83F793CB-817B-EAE4-8B3C-E4F86CD0D29A}"/>
              </a:ext>
            </a:extLst>
          </p:cNvPr>
          <p:cNvGraphicFramePr>
            <a:graphicFrameLocks noGrp="1"/>
          </p:cNvGraphicFramePr>
          <p:nvPr>
            <p:extLst>
              <p:ext uri="{D42A27DB-BD31-4B8C-83A1-F6EECF244321}">
                <p14:modId xmlns:p14="http://schemas.microsoft.com/office/powerpoint/2010/main" val="3823185449"/>
              </p:ext>
            </p:extLst>
          </p:nvPr>
        </p:nvGraphicFramePr>
        <p:xfrm>
          <a:off x="533400" y="1676400"/>
          <a:ext cx="11048997" cy="4419600"/>
        </p:xfrm>
        <a:graphic>
          <a:graphicData uri="http://schemas.openxmlformats.org/drawingml/2006/table">
            <a:tbl>
              <a:tblPr/>
              <a:tblGrid>
                <a:gridCol w="2133600">
                  <a:extLst>
                    <a:ext uri="{9D8B030D-6E8A-4147-A177-3AD203B41FA5}">
                      <a16:colId xmlns:a16="http://schemas.microsoft.com/office/drawing/2014/main" val="121963932"/>
                    </a:ext>
                  </a:extLst>
                </a:gridCol>
                <a:gridCol w="2743197">
                  <a:extLst>
                    <a:ext uri="{9D8B030D-6E8A-4147-A177-3AD203B41FA5}">
                      <a16:colId xmlns:a16="http://schemas.microsoft.com/office/drawing/2014/main" val="1998425801"/>
                    </a:ext>
                  </a:extLst>
                </a:gridCol>
                <a:gridCol w="2438403">
                  <a:extLst>
                    <a:ext uri="{9D8B030D-6E8A-4147-A177-3AD203B41FA5}">
                      <a16:colId xmlns:a16="http://schemas.microsoft.com/office/drawing/2014/main" val="1590739297"/>
                    </a:ext>
                  </a:extLst>
                </a:gridCol>
                <a:gridCol w="3733797">
                  <a:extLst>
                    <a:ext uri="{9D8B030D-6E8A-4147-A177-3AD203B41FA5}">
                      <a16:colId xmlns:a16="http://schemas.microsoft.com/office/drawing/2014/main" val="686677329"/>
                    </a:ext>
                  </a:extLst>
                </a:gridCol>
              </a:tblGrid>
              <a:tr h="341866">
                <a:tc>
                  <a:txBody>
                    <a:bodyPr/>
                    <a:lstStyle/>
                    <a:p>
                      <a:pPr algn="ctr">
                        <a:buNone/>
                      </a:pPr>
                      <a:r>
                        <a:rPr lang="en-IN" sz="2000" b="1" dirty="0">
                          <a:latin typeface="Times New Roman" panose="02020603050405020304" pitchFamily="18" charset="0"/>
                          <a:cs typeface="Times New Roman" panose="02020603050405020304" pitchFamily="18" charset="0"/>
                        </a:rPr>
                        <a:t>Author(s) &amp; Year</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buNone/>
                      </a:pPr>
                      <a:r>
                        <a:rPr lang="en-IN" sz="2000" b="1" dirty="0">
                          <a:latin typeface="Times New Roman" panose="02020603050405020304" pitchFamily="18" charset="0"/>
                          <a:cs typeface="Times New Roman" panose="02020603050405020304" pitchFamily="18" charset="0"/>
                        </a:rPr>
                        <a:t>Method/Algorithm</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buNone/>
                      </a:pPr>
                      <a:r>
                        <a:rPr lang="en-IN" sz="2000" b="1" dirty="0">
                          <a:latin typeface="Times New Roman" panose="02020603050405020304" pitchFamily="18" charset="0"/>
                          <a:cs typeface="Times New Roman" panose="02020603050405020304" pitchFamily="18" charset="0"/>
                        </a:rPr>
                        <a:t>Data Used</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lgn="ctr">
                        <a:buNone/>
                      </a:pPr>
                      <a:r>
                        <a:rPr lang="en-IN" sz="2000" b="1" dirty="0">
                          <a:latin typeface="Times New Roman" panose="02020603050405020304" pitchFamily="18" charset="0"/>
                          <a:cs typeface="Times New Roman" panose="02020603050405020304" pitchFamily="18" charset="0"/>
                        </a:rPr>
                        <a:t>Key Findings</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125574792"/>
                  </a:ext>
                </a:extLst>
              </a:tr>
              <a:tr h="1018364">
                <a:tc>
                  <a:txBody>
                    <a:bodyPr/>
                    <a:lstStyle/>
                    <a:p>
                      <a:pPr>
                        <a:buNone/>
                      </a:pPr>
                      <a:r>
                        <a:rPr lang="en-IN" sz="1500" b="0" dirty="0">
                          <a:latin typeface="Times New Roman" panose="02020603050405020304" pitchFamily="18" charset="0"/>
                          <a:cs typeface="Times New Roman" panose="02020603050405020304" pitchFamily="18" charset="0"/>
                        </a:rPr>
                        <a:t>Saeedi et al. (2023)</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sz="1500" b="0" dirty="0">
                          <a:latin typeface="Times New Roman" panose="02020603050405020304" pitchFamily="18" charset="0"/>
                          <a:cs typeface="Times New Roman" panose="02020603050405020304" pitchFamily="18" charset="0"/>
                        </a:rPr>
                        <a:t>Descriptive Statistics, Epidemiological Analysis</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sz="1500" b="0" dirty="0">
                          <a:latin typeface="Times New Roman" panose="02020603050405020304" pitchFamily="18" charset="0"/>
                          <a:cs typeface="Times New Roman" panose="02020603050405020304" pitchFamily="18" charset="0"/>
                        </a:rPr>
                        <a:t>Global diabetes and health data</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sz="1500" b="0" dirty="0">
                          <a:latin typeface="Times New Roman" panose="02020603050405020304" pitchFamily="18" charset="0"/>
                          <a:cs typeface="Times New Roman" panose="02020603050405020304" pitchFamily="18" charset="0"/>
                        </a:rPr>
                        <a:t>Reported the increasing prevalence of diabetes and highlighted the importance of understanding demographic and health-related risk factors.</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31663617"/>
                  </a:ext>
                </a:extLst>
              </a:tr>
              <a:tr h="764677">
                <a:tc>
                  <a:txBody>
                    <a:bodyPr/>
                    <a:lstStyle/>
                    <a:p>
                      <a:pPr>
                        <a:buNone/>
                      </a:pPr>
                      <a:r>
                        <a:rPr lang="en-IN" sz="1500" b="0" dirty="0">
                          <a:latin typeface="Times New Roman" panose="02020603050405020304" pitchFamily="18" charset="0"/>
                          <a:cs typeface="Times New Roman" panose="02020603050405020304" pitchFamily="18" charset="0"/>
                        </a:rPr>
                        <a:t>Zhou et al. (2023)</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IN" sz="1500" b="0" dirty="0">
                          <a:latin typeface="Times New Roman" panose="02020603050405020304" pitchFamily="18" charset="0"/>
                          <a:cs typeface="Times New Roman" panose="02020603050405020304" pitchFamily="18" charset="0"/>
                        </a:rPr>
                        <a:t>Exploratory Data Analysis, Statistical Analysis</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IN" sz="1500" b="0" dirty="0">
                          <a:latin typeface="Times New Roman" panose="02020603050405020304" pitchFamily="18" charset="0"/>
                          <a:cs typeface="Times New Roman" panose="02020603050405020304" pitchFamily="18" charset="0"/>
                        </a:rPr>
                        <a:t>Diabetes and healthcare data</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IN" sz="1500" b="0" dirty="0">
                          <a:latin typeface="Times New Roman" panose="02020603050405020304" pitchFamily="18" charset="0"/>
                          <a:cs typeface="Times New Roman" panose="02020603050405020304" pitchFamily="18" charset="0"/>
                        </a:rPr>
                        <a:t>Identified relationships between diabetes and factors such as age, BMI, glucose level, and blood pressure.</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154099181"/>
                  </a:ext>
                </a:extLst>
              </a:tr>
              <a:tr h="765339">
                <a:tc>
                  <a:txBody>
                    <a:bodyPr/>
                    <a:lstStyle/>
                    <a:p>
                      <a:pPr>
                        <a:buNone/>
                      </a:pPr>
                      <a:r>
                        <a:rPr lang="en-IN" sz="1500" b="0" dirty="0">
                          <a:latin typeface="Times New Roman" panose="02020603050405020304" pitchFamily="18" charset="0"/>
                          <a:cs typeface="Times New Roman" panose="02020603050405020304" pitchFamily="18" charset="0"/>
                        </a:rPr>
                        <a:t>Kumar et al. (2024)</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sz="1500" b="0" dirty="0">
                          <a:latin typeface="Times New Roman" panose="02020603050405020304" pitchFamily="18" charset="0"/>
                          <a:cs typeface="Times New Roman" panose="02020603050405020304" pitchFamily="18" charset="0"/>
                        </a:rPr>
                        <a:t>Data Preprocessing, Descriptive Statistics, Correlation Analysis</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sz="1500" b="0" dirty="0">
                          <a:latin typeface="Times New Roman" panose="02020603050405020304" pitchFamily="18" charset="0"/>
                          <a:cs typeface="Times New Roman" panose="02020603050405020304" pitchFamily="18" charset="0"/>
                        </a:rPr>
                        <a:t>Diabetes healthcare dataset</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sz="1500" b="0" dirty="0">
                          <a:latin typeface="Times New Roman" panose="02020603050405020304" pitchFamily="18" charset="0"/>
                          <a:cs typeface="Times New Roman" panose="02020603050405020304" pitchFamily="18" charset="0"/>
                        </a:rPr>
                        <a:t>Showed that proper preprocessing and correlation analysis can reveal important relationships among clinical variables.</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186573915"/>
                  </a:ext>
                </a:extLst>
              </a:tr>
              <a:tr h="764677">
                <a:tc>
                  <a:txBody>
                    <a:bodyPr/>
                    <a:lstStyle/>
                    <a:p>
                      <a:pPr>
                        <a:buNone/>
                      </a:pPr>
                      <a:r>
                        <a:rPr lang="en-IN" sz="1500" b="0" dirty="0">
                          <a:latin typeface="Times New Roman" panose="02020603050405020304" pitchFamily="18" charset="0"/>
                          <a:cs typeface="Times New Roman" panose="02020603050405020304" pitchFamily="18" charset="0"/>
                        </a:rPr>
                        <a:t>Patel et al. (2024)</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IN" sz="1500" b="0" dirty="0">
                          <a:latin typeface="Times New Roman" panose="02020603050405020304" pitchFamily="18" charset="0"/>
                          <a:cs typeface="Times New Roman" panose="02020603050405020304" pitchFamily="18" charset="0"/>
                        </a:rPr>
                        <a:t>EDA, Statistical Testing, Data Visualization</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IN" sz="1500" b="0" dirty="0">
                          <a:latin typeface="Times New Roman" panose="02020603050405020304" pitchFamily="18" charset="0"/>
                          <a:cs typeface="Times New Roman" panose="02020603050405020304" pitchFamily="18" charset="0"/>
                        </a:rPr>
                        <a:t>Healthcare and lifestyle data</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IN" sz="1500" b="0" dirty="0">
                          <a:latin typeface="Times New Roman" panose="02020603050405020304" pitchFamily="18" charset="0"/>
                          <a:cs typeface="Times New Roman" panose="02020603050405020304" pitchFamily="18" charset="0"/>
                        </a:rPr>
                        <a:t>Found that lifestyle and demographic factors can provide useful insights into diabetes risk patterns.</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397711713"/>
                  </a:ext>
                </a:extLst>
              </a:tr>
              <a:tr h="764677">
                <a:tc>
                  <a:txBody>
                    <a:bodyPr/>
                    <a:lstStyle/>
                    <a:p>
                      <a:pPr>
                        <a:buNone/>
                      </a:pPr>
                      <a:r>
                        <a:rPr lang="en-IN" sz="1500" b="0" dirty="0">
                          <a:latin typeface="Times New Roman" panose="02020603050405020304" pitchFamily="18" charset="0"/>
                          <a:cs typeface="Times New Roman" panose="02020603050405020304" pitchFamily="18" charset="0"/>
                        </a:rPr>
                        <a:t>Sharma et al. (2025)</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sz="1500" b="0" dirty="0">
                          <a:latin typeface="Times New Roman" panose="02020603050405020304" pitchFamily="18" charset="0"/>
                          <a:cs typeface="Times New Roman" panose="02020603050405020304" pitchFamily="18" charset="0"/>
                        </a:rPr>
                        <a:t>Exploratory Analysis, Statistical Methods, Visualization</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sz="1500" b="0" dirty="0">
                          <a:latin typeface="Times New Roman" panose="02020603050405020304" pitchFamily="18" charset="0"/>
                          <a:cs typeface="Times New Roman" panose="02020603050405020304" pitchFamily="18" charset="0"/>
                        </a:rPr>
                        <a:t>Diabetes patient and lifestyle data</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sz="1500" b="0" dirty="0">
                          <a:latin typeface="Times New Roman" panose="02020603050405020304" pitchFamily="18" charset="0"/>
                          <a:cs typeface="Times New Roman" panose="02020603050405020304" pitchFamily="18" charset="0"/>
                        </a:rPr>
                        <a:t>Demonstrated that combining healthcare and lifestyle variables provides a broader understanding of diabetes-related patterns.</a:t>
                      </a:r>
                    </a:p>
                  </a:txBody>
                  <a:tcPr marL="3259" marR="3259" marT="1630" marB="16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3728129"/>
                  </a:ext>
                </a:extLst>
              </a:tr>
            </a:tbl>
          </a:graphicData>
        </a:graphic>
      </p:graphicFrame>
      <p:pic>
        <p:nvPicPr>
          <p:cNvPr id="4" name="Picture 3" descr="Saveetha School of Engineering, Chennai, Tamil Nadu - Careerindia">
            <a:extLst>
              <a:ext uri="{FF2B5EF4-FFF2-40B4-BE49-F238E27FC236}">
                <a16:creationId xmlns:a16="http://schemas.microsoft.com/office/drawing/2014/main" id="{D6CD36A7-F7E6-AB24-9428-D6E8A590A6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617" y="137651"/>
            <a:ext cx="982441" cy="129276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CFP: Conference on Smart &amp; Modernisation Techniques @ Saveetha University,  Chennai [Mar 16-17] : Submit by Jan 8 - NoticeBard | Home">
            <a:extLst>
              <a:ext uri="{FF2B5EF4-FFF2-40B4-BE49-F238E27FC236}">
                <a16:creationId xmlns:a16="http://schemas.microsoft.com/office/drawing/2014/main" id="{FDB466F0-19A8-70ED-0964-57C8885D2A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2173" y="-563092"/>
            <a:ext cx="3052177" cy="2532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824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33800" y="609600"/>
            <a:ext cx="4724400" cy="995915"/>
          </a:xfrm>
          <a:prstGeom prst="rect">
            <a:avLst/>
          </a:prstGeom>
        </p:spPr>
        <p:txBody>
          <a:bodyPr vert="horz" wrap="square" lIns="0" tIns="315723" rIns="0" bIns="0" rtlCol="0">
            <a:spAutoFit/>
          </a:bodyPr>
          <a:lstStyle/>
          <a:p>
            <a:pPr marL="135254">
              <a:spcBef>
                <a:spcPts val="111"/>
              </a:spcBef>
            </a:pPr>
            <a:r>
              <a:rPr dirty="0">
                <a:latin typeface="Times New Roman" panose="02020603050405020304" pitchFamily="18" charset="0"/>
                <a:cs typeface="Times New Roman" panose="02020603050405020304" pitchFamily="18" charset="0"/>
              </a:rPr>
              <a:t>Problem</a:t>
            </a:r>
            <a:r>
              <a:rPr spc="-60" dirty="0">
                <a:latin typeface="Times New Roman" panose="02020603050405020304" pitchFamily="18" charset="0"/>
                <a:cs typeface="Times New Roman" panose="02020603050405020304" pitchFamily="18" charset="0"/>
              </a:rPr>
              <a:t> </a:t>
            </a:r>
            <a:r>
              <a:rPr lang="en-US" spc="-11" dirty="0">
                <a:latin typeface="Times New Roman" panose="02020603050405020304" pitchFamily="18" charset="0"/>
                <a:cs typeface="Times New Roman" panose="02020603050405020304" pitchFamily="18" charset="0"/>
              </a:rPr>
              <a:t>statement</a:t>
            </a:r>
            <a:endParaRPr dirty="0">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1447800" y="2362200"/>
            <a:ext cx="9601200"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Diabetes-related datasets contain many health and lifestyle attributes.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is difficult to identify important patterns by manually examining large datasets.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Different factors may have different relationships with diabetes.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Missing and inconsistent data can affect the quality of analysis.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Without proper visualization, important patterns may be difficult to understand.</a:t>
            </a:r>
          </a:p>
        </p:txBody>
      </p:sp>
      <p:pic>
        <p:nvPicPr>
          <p:cNvPr id="5" name="Picture 4" descr="Saveetha School of Engineering, Chennai, Tamil Nadu - Careerindia">
            <a:extLst>
              <a:ext uri="{FF2B5EF4-FFF2-40B4-BE49-F238E27FC236}">
                <a16:creationId xmlns:a16="http://schemas.microsoft.com/office/drawing/2014/main" id="{9882E2AA-3AC7-4274-B5C2-C34B71CD75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617" y="137651"/>
            <a:ext cx="982441" cy="129276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CFP: Conference on Smart &amp; Modernisation Techniques @ Saveetha University,  Chennai [Mar 16-17] : Submit by Jan 8 - NoticeBard | Home">
            <a:extLst>
              <a:ext uri="{FF2B5EF4-FFF2-40B4-BE49-F238E27FC236}">
                <a16:creationId xmlns:a16="http://schemas.microsoft.com/office/drawing/2014/main" id="{CCEAA828-849F-B5F3-D33C-176A81616D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2173" y="-563092"/>
            <a:ext cx="3052177" cy="25325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E97C810-C1D1-311B-A9EA-3E32F9D0E5CD}"/>
              </a:ext>
            </a:extLst>
          </p:cNvPr>
          <p:cNvSpPr txBox="1"/>
          <p:nvPr/>
        </p:nvSpPr>
        <p:spPr>
          <a:xfrm>
            <a:off x="2895600" y="381000"/>
            <a:ext cx="5981700" cy="769441"/>
          </a:xfrm>
          <a:prstGeom prst="rect">
            <a:avLst/>
          </a:prstGeom>
          <a:noFill/>
        </p:spPr>
        <p:txBody>
          <a:bodyPr wrap="square" rtlCol="0">
            <a:spAutoFit/>
          </a:bodyPr>
          <a:lstStyle/>
          <a:p>
            <a:r>
              <a:rPr lang="en-IN" sz="4400" b="1" dirty="0">
                <a:solidFill>
                  <a:schemeClr val="tx1"/>
                </a:solidFill>
                <a:latin typeface="Times New Roman" panose="02020603050405020304" pitchFamily="18" charset="0"/>
                <a:cs typeface="Times New Roman" panose="02020603050405020304" pitchFamily="18" charset="0"/>
              </a:rPr>
              <a:t>System Architecture</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898620EC-24EA-582F-4772-7C0E30947744}"/>
                  </a:ext>
                </a:extLst>
              </p14:cNvPr>
              <p14:cNvContentPartPr/>
              <p14:nvPr/>
            </p14:nvContentPartPr>
            <p14:xfrm>
              <a:off x="3415921" y="2912345"/>
              <a:ext cx="1982880" cy="230760"/>
            </p14:xfrm>
          </p:contentPart>
        </mc:Choice>
        <mc:Fallback xmlns="">
          <p:pic>
            <p:nvPicPr>
              <p:cNvPr id="5" name="Ink 4">
                <a:extLst>
                  <a:ext uri="{FF2B5EF4-FFF2-40B4-BE49-F238E27FC236}">
                    <a16:creationId xmlns:a16="http://schemas.microsoft.com/office/drawing/2014/main" id="{898620EC-24EA-582F-4772-7C0E30947744}"/>
                  </a:ext>
                </a:extLst>
              </p:cNvPr>
              <p:cNvPicPr/>
              <p:nvPr/>
            </p:nvPicPr>
            <p:blipFill>
              <a:blip r:embed="rId3"/>
              <a:stretch>
                <a:fillRect/>
              </a:stretch>
            </p:blipFill>
            <p:spPr>
              <a:xfrm>
                <a:off x="3352921" y="2849345"/>
                <a:ext cx="2108520" cy="356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926AAB13-C354-C4EC-E5F1-5342D4646DB6}"/>
                  </a:ext>
                </a:extLst>
              </p14:cNvPr>
              <p14:cNvContentPartPr/>
              <p14:nvPr/>
            </p14:nvContentPartPr>
            <p14:xfrm>
              <a:off x="4480801" y="3057425"/>
              <a:ext cx="658080" cy="77760"/>
            </p14:xfrm>
          </p:contentPart>
        </mc:Choice>
        <mc:Fallback xmlns="">
          <p:pic>
            <p:nvPicPr>
              <p:cNvPr id="6" name="Ink 5">
                <a:extLst>
                  <a:ext uri="{FF2B5EF4-FFF2-40B4-BE49-F238E27FC236}">
                    <a16:creationId xmlns:a16="http://schemas.microsoft.com/office/drawing/2014/main" id="{926AAB13-C354-C4EC-E5F1-5342D4646DB6}"/>
                  </a:ext>
                </a:extLst>
              </p:cNvPr>
              <p:cNvPicPr/>
              <p:nvPr/>
            </p:nvPicPr>
            <p:blipFill>
              <a:blip r:embed="rId5"/>
              <a:stretch>
                <a:fillRect/>
              </a:stretch>
            </p:blipFill>
            <p:spPr>
              <a:xfrm>
                <a:off x="4417801" y="2994132"/>
                <a:ext cx="783720" cy="203984"/>
              </a:xfrm>
              <a:prstGeom prst="rect">
                <a:avLst/>
              </a:prstGeom>
            </p:spPr>
          </p:pic>
        </mc:Fallback>
      </mc:AlternateContent>
      <p:pic>
        <p:nvPicPr>
          <p:cNvPr id="3" name="Picture 2">
            <a:extLst>
              <a:ext uri="{FF2B5EF4-FFF2-40B4-BE49-F238E27FC236}">
                <a16:creationId xmlns:a16="http://schemas.microsoft.com/office/drawing/2014/main" id="{F1310A34-138B-9E7D-A9A5-6583D2E1D4F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4400" y="1295400"/>
            <a:ext cx="10515600" cy="5080000"/>
          </a:xfrm>
          <a:prstGeom prst="rect">
            <a:avLst/>
          </a:prstGeom>
        </p:spPr>
      </p:pic>
      <p:pic>
        <p:nvPicPr>
          <p:cNvPr id="7" name="Picture 6" descr="Saveetha School of Engineering, Chennai, Tamil Nadu - Careerindia">
            <a:extLst>
              <a:ext uri="{FF2B5EF4-FFF2-40B4-BE49-F238E27FC236}">
                <a16:creationId xmlns:a16="http://schemas.microsoft.com/office/drawing/2014/main" id="{44DCE0B8-2D01-89C1-78D6-6FFE09FB1B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617" y="137651"/>
            <a:ext cx="982441" cy="129276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CFP: Conference on Smart &amp; Modernisation Techniques @ Saveetha University,  Chennai [Mar 16-17] : Submit by Jan 8 - NoticeBard | Home">
            <a:extLst>
              <a:ext uri="{FF2B5EF4-FFF2-40B4-BE49-F238E27FC236}">
                <a16:creationId xmlns:a16="http://schemas.microsoft.com/office/drawing/2014/main" id="{A05716F4-E714-1419-B62D-BC7626B86F2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82173" y="-563092"/>
            <a:ext cx="3052177" cy="2532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930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DD2A7C4-A7FB-D7E3-A2FE-E364D35AE547}"/>
              </a:ext>
            </a:extLst>
          </p:cNvPr>
          <p:cNvSpPr txBox="1"/>
          <p:nvPr/>
        </p:nvSpPr>
        <p:spPr>
          <a:xfrm>
            <a:off x="1066800" y="457200"/>
            <a:ext cx="9753600" cy="1323439"/>
          </a:xfrm>
          <a:prstGeom prst="rect">
            <a:avLst/>
          </a:prstGeom>
          <a:noFill/>
        </p:spPr>
        <p:txBody>
          <a:bodyPr wrap="square">
            <a:spAutoFit/>
          </a:bodyPr>
          <a:lstStyle/>
          <a:p>
            <a:pPr algn="ctr"/>
            <a:r>
              <a:rPr lang="en-IN" sz="4000" b="1" dirty="0">
                <a:latin typeface="Times New Roman" panose="02020603050405020304" pitchFamily="18" charset="0"/>
                <a:cs typeface="Times New Roman" panose="02020603050405020304" pitchFamily="18" charset="0"/>
              </a:rPr>
              <a:t>Module 1: Data Preprocessing &amp; Exploratory Data Analysis</a:t>
            </a:r>
            <a:endParaRPr lang="en-US" sz="4000"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56381479-3E19-4653-D6FC-B4DECB143D11}"/>
              </a:ext>
            </a:extLst>
          </p:cNvPr>
          <p:cNvSpPr>
            <a:spLocks noChangeArrowheads="1"/>
          </p:cNvSpPr>
          <p:nvPr/>
        </p:nvSpPr>
        <p:spPr bwMode="auto">
          <a:xfrm>
            <a:off x="1752600" y="1856839"/>
            <a:ext cx="8382000"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Collect the diabetes healthcare dataset.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Load the dataset using Python and Pandas.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Check missing values, duplicates, and incorrect data.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Perform data cleaning and preprocessing.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Calculate descriptive statistics such as mean, median, and standard deviation.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Analyze the distribution of important health and lifestyle factors. </a:t>
            </a:r>
          </a:p>
          <a:p>
            <a:pPr marL="342900" lvl="0" indent="-34290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Technologies:</a:t>
            </a:r>
          </a:p>
          <a:p>
            <a:pPr>
              <a:lnSpc>
                <a:spcPct val="150000"/>
              </a:lnSpc>
            </a:pPr>
            <a:r>
              <a:rPr lang="en-IN" sz="2000" dirty="0">
                <a:latin typeface="Times New Roman" panose="02020603050405020304" pitchFamily="18" charset="0"/>
                <a:cs typeface="Times New Roman" panose="02020603050405020304" pitchFamily="18" charset="0"/>
              </a:rPr>
              <a:t>Python, Pandas, NumPy</a:t>
            </a:r>
          </a:p>
          <a:p>
            <a:pPr marL="342900" indent="-342900">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4" name="Picture 3" descr="Saveetha School of Engineering, Chennai, Tamil Nadu - Careerindia">
            <a:extLst>
              <a:ext uri="{FF2B5EF4-FFF2-40B4-BE49-F238E27FC236}">
                <a16:creationId xmlns:a16="http://schemas.microsoft.com/office/drawing/2014/main" id="{6E64C10B-4245-901B-7A52-546E143CAC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617" y="137651"/>
            <a:ext cx="963583" cy="129276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CFP: Conference on Smart &amp; Modernisation Techniques @ Saveetha University,  Chennai [Mar 16-17] : Submit by Jan 8 - NoticeBard | Home">
            <a:extLst>
              <a:ext uri="{FF2B5EF4-FFF2-40B4-BE49-F238E27FC236}">
                <a16:creationId xmlns:a16="http://schemas.microsoft.com/office/drawing/2014/main" id="{A5996CF2-A183-EFC0-2A6A-36AE1CF039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2173" y="-563092"/>
            <a:ext cx="3052177" cy="25325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D5E0F3-A90D-A6BC-1CF5-398885D02475}"/>
              </a:ext>
            </a:extLst>
          </p:cNvPr>
          <p:cNvPicPr>
            <a:picLocks noChangeAspect="1"/>
          </p:cNvPicPr>
          <p:nvPr/>
        </p:nvPicPr>
        <p:blipFill>
          <a:blip r:embed="rId2"/>
          <a:stretch>
            <a:fillRect/>
          </a:stretch>
        </p:blipFill>
        <p:spPr>
          <a:xfrm>
            <a:off x="6969528" y="1485644"/>
            <a:ext cx="4653742" cy="2267821"/>
          </a:xfrm>
          <a:prstGeom prst="rect">
            <a:avLst/>
          </a:prstGeom>
        </p:spPr>
      </p:pic>
      <p:pic>
        <p:nvPicPr>
          <p:cNvPr id="5" name="Picture 4">
            <a:extLst>
              <a:ext uri="{FF2B5EF4-FFF2-40B4-BE49-F238E27FC236}">
                <a16:creationId xmlns:a16="http://schemas.microsoft.com/office/drawing/2014/main" id="{583731FA-EDD6-2BD2-78C4-DA013C824569}"/>
              </a:ext>
            </a:extLst>
          </p:cNvPr>
          <p:cNvPicPr>
            <a:picLocks noChangeAspect="1"/>
          </p:cNvPicPr>
          <p:nvPr/>
        </p:nvPicPr>
        <p:blipFill>
          <a:blip r:embed="rId3"/>
          <a:stretch>
            <a:fillRect/>
          </a:stretch>
        </p:blipFill>
        <p:spPr>
          <a:xfrm>
            <a:off x="914400" y="4479960"/>
            <a:ext cx="4958542" cy="2100382"/>
          </a:xfrm>
          <a:prstGeom prst="rect">
            <a:avLst/>
          </a:prstGeom>
        </p:spPr>
      </p:pic>
      <p:pic>
        <p:nvPicPr>
          <p:cNvPr id="7" name="Picture 6">
            <a:extLst>
              <a:ext uri="{FF2B5EF4-FFF2-40B4-BE49-F238E27FC236}">
                <a16:creationId xmlns:a16="http://schemas.microsoft.com/office/drawing/2014/main" id="{95C2F336-049A-6F53-1505-43037F39F600}"/>
              </a:ext>
            </a:extLst>
          </p:cNvPr>
          <p:cNvPicPr>
            <a:picLocks noChangeAspect="1"/>
          </p:cNvPicPr>
          <p:nvPr/>
        </p:nvPicPr>
        <p:blipFill>
          <a:blip r:embed="rId4"/>
          <a:stretch>
            <a:fillRect/>
          </a:stretch>
        </p:blipFill>
        <p:spPr>
          <a:xfrm>
            <a:off x="7086753" y="4419600"/>
            <a:ext cx="4419293" cy="2100383"/>
          </a:xfrm>
          <a:prstGeom prst="rect">
            <a:avLst/>
          </a:prstGeom>
        </p:spPr>
      </p:pic>
      <p:sp>
        <p:nvSpPr>
          <p:cNvPr id="9" name="TextBox 8">
            <a:extLst>
              <a:ext uri="{FF2B5EF4-FFF2-40B4-BE49-F238E27FC236}">
                <a16:creationId xmlns:a16="http://schemas.microsoft.com/office/drawing/2014/main" id="{1C7D033F-79E7-472E-2434-68F8307FCEAA}"/>
              </a:ext>
            </a:extLst>
          </p:cNvPr>
          <p:cNvSpPr txBox="1"/>
          <p:nvPr/>
        </p:nvSpPr>
        <p:spPr>
          <a:xfrm>
            <a:off x="8229600" y="1108938"/>
            <a:ext cx="2667000" cy="369332"/>
          </a:xfrm>
          <a:prstGeom prst="rect">
            <a:avLst/>
          </a:prstGeom>
          <a:noFill/>
        </p:spPr>
        <p:txBody>
          <a:bodyPr wrap="square">
            <a:spAutoFit/>
          </a:bodyPr>
          <a:lstStyle/>
          <a:p>
            <a:pPr marL="0" marR="0" indent="0" algn="l">
              <a:buNone/>
            </a:pPr>
            <a:r>
              <a:rPr lang="en-IN" b="1" i="0" dirty="0">
                <a:solidFill>
                  <a:sysClr val="windowText" lastClr="000000"/>
                </a:solidFill>
                <a:effectLst/>
                <a:latin typeface="Times New Roman" panose="02020603050405020304" pitchFamily="18" charset="0"/>
                <a:cs typeface="Times New Roman" panose="02020603050405020304" pitchFamily="18" charset="0"/>
              </a:rPr>
              <a:t>Glucose Distribution</a:t>
            </a:r>
            <a:endParaRPr lang="en-IN" b="1" i="0" dirty="0">
              <a:solidFill>
                <a:srgbClr val="31333F"/>
              </a:solidFill>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3EA2AD6-04ED-DD77-D58C-4F23D538C8B3}"/>
              </a:ext>
            </a:extLst>
          </p:cNvPr>
          <p:cNvSpPr txBox="1"/>
          <p:nvPr/>
        </p:nvSpPr>
        <p:spPr>
          <a:xfrm>
            <a:off x="2514600" y="4131265"/>
            <a:ext cx="2286000" cy="369332"/>
          </a:xfrm>
          <a:prstGeom prst="rect">
            <a:avLst/>
          </a:prstGeom>
          <a:noFill/>
        </p:spPr>
        <p:txBody>
          <a:bodyPr wrap="square">
            <a:spAutoFit/>
          </a:bodyPr>
          <a:lstStyle/>
          <a:p>
            <a:pPr marL="0" marR="0" indent="0" algn="l">
              <a:buNone/>
            </a:pPr>
            <a:r>
              <a:rPr lang="en-IN" b="1" i="0" dirty="0">
                <a:solidFill>
                  <a:sysClr val="windowText" lastClr="000000"/>
                </a:solidFill>
                <a:effectLst/>
                <a:latin typeface="Times New Roman" panose="02020603050405020304" pitchFamily="18" charset="0"/>
                <a:cs typeface="Times New Roman" panose="02020603050405020304" pitchFamily="18" charset="0"/>
              </a:rPr>
              <a:t>BMI Comparison</a:t>
            </a:r>
            <a:endParaRPr lang="en-IN" b="1" i="0" dirty="0">
              <a:solidFill>
                <a:srgbClr val="31333F"/>
              </a:solidFill>
              <a:effectLst/>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9F8A2E69-2262-8213-D676-24AAA6D38774}"/>
              </a:ext>
            </a:extLst>
          </p:cNvPr>
          <p:cNvSpPr txBox="1"/>
          <p:nvPr/>
        </p:nvSpPr>
        <p:spPr>
          <a:xfrm>
            <a:off x="8118987" y="4035520"/>
            <a:ext cx="2895600" cy="369332"/>
          </a:xfrm>
          <a:prstGeom prst="rect">
            <a:avLst/>
          </a:prstGeom>
          <a:noFill/>
        </p:spPr>
        <p:txBody>
          <a:bodyPr wrap="square">
            <a:spAutoFit/>
          </a:bodyPr>
          <a:lstStyle/>
          <a:p>
            <a:pPr marL="0" marR="0" indent="0" algn="l">
              <a:buNone/>
            </a:pPr>
            <a:r>
              <a:rPr lang="en-IN" b="1" i="0" dirty="0">
                <a:solidFill>
                  <a:sysClr val="windowText" lastClr="000000"/>
                </a:solidFill>
                <a:effectLst/>
                <a:latin typeface="Times New Roman" panose="02020603050405020304" pitchFamily="18" charset="0"/>
                <a:cs typeface="Times New Roman" panose="02020603050405020304" pitchFamily="18" charset="0"/>
              </a:rPr>
              <a:t>Physical Activity Analysis</a:t>
            </a:r>
            <a:endParaRPr lang="en-IN" b="1" i="0" dirty="0">
              <a:solidFill>
                <a:srgbClr val="31333F"/>
              </a:solidFill>
              <a:effectLst/>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5AB81346-A213-C8DA-AFB6-6031BE090F5B}"/>
              </a:ext>
            </a:extLst>
          </p:cNvPr>
          <p:cNvPicPr>
            <a:picLocks noChangeAspect="1"/>
          </p:cNvPicPr>
          <p:nvPr/>
        </p:nvPicPr>
        <p:blipFill>
          <a:blip r:embed="rId5"/>
          <a:stretch>
            <a:fillRect/>
          </a:stretch>
        </p:blipFill>
        <p:spPr>
          <a:xfrm>
            <a:off x="576104" y="1485644"/>
            <a:ext cx="5808406" cy="2476756"/>
          </a:xfrm>
          <a:prstGeom prst="rect">
            <a:avLst/>
          </a:prstGeom>
        </p:spPr>
      </p:pic>
      <p:sp>
        <p:nvSpPr>
          <p:cNvPr id="17" name="TextBox 16">
            <a:extLst>
              <a:ext uri="{FF2B5EF4-FFF2-40B4-BE49-F238E27FC236}">
                <a16:creationId xmlns:a16="http://schemas.microsoft.com/office/drawing/2014/main" id="{691983C1-AB9B-9E37-45E4-B94FDD84D774}"/>
              </a:ext>
            </a:extLst>
          </p:cNvPr>
          <p:cNvSpPr txBox="1"/>
          <p:nvPr/>
        </p:nvSpPr>
        <p:spPr>
          <a:xfrm>
            <a:off x="2438400" y="1101564"/>
            <a:ext cx="3581400" cy="369332"/>
          </a:xfrm>
          <a:prstGeom prst="rect">
            <a:avLst/>
          </a:prstGeom>
          <a:noFill/>
        </p:spPr>
        <p:txBody>
          <a:bodyPr wrap="square">
            <a:spAutoFit/>
          </a:bodyPr>
          <a:lstStyle/>
          <a:p>
            <a:pPr marL="0" marR="0" indent="0" algn="l">
              <a:buNone/>
            </a:pPr>
            <a:r>
              <a:rPr lang="en-IN" b="1" i="0" dirty="0">
                <a:solidFill>
                  <a:sysClr val="windowText" lastClr="000000"/>
                </a:solidFill>
                <a:effectLst/>
                <a:latin typeface="Times New Roman" panose="02020603050405020304" pitchFamily="18" charset="0"/>
                <a:cs typeface="Times New Roman" panose="02020603050405020304" pitchFamily="18" charset="0"/>
              </a:rPr>
              <a:t>Descriptive Statistics</a:t>
            </a:r>
            <a:endParaRPr lang="en-IN" b="1" i="0" dirty="0">
              <a:solidFill>
                <a:srgbClr val="31333F"/>
              </a:solidFill>
              <a:effectLst/>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07970EDC-5D29-749B-9330-29F9C5255F2A}"/>
              </a:ext>
            </a:extLst>
          </p:cNvPr>
          <p:cNvSpPr txBox="1"/>
          <p:nvPr/>
        </p:nvSpPr>
        <p:spPr>
          <a:xfrm>
            <a:off x="5165310" y="157135"/>
            <a:ext cx="2438400" cy="769441"/>
          </a:xfrm>
          <a:prstGeom prst="rect">
            <a:avLst/>
          </a:prstGeom>
          <a:noFill/>
        </p:spPr>
        <p:txBody>
          <a:bodyPr wrap="square">
            <a:spAutoFit/>
          </a:bodyPr>
          <a:lstStyle/>
          <a:p>
            <a:pPr marL="0" marR="0" indent="0" algn="l">
              <a:buNone/>
            </a:pPr>
            <a:r>
              <a:rPr lang="en-IN" sz="4400" b="1" i="0" dirty="0">
                <a:solidFill>
                  <a:schemeClr val="tx1"/>
                </a:solidFill>
                <a:effectLst/>
                <a:latin typeface="Times New Roman" panose="02020603050405020304" pitchFamily="18" charset="0"/>
                <a:cs typeface="Times New Roman" panose="02020603050405020304" pitchFamily="18" charset="0"/>
              </a:rPr>
              <a:t>Output</a:t>
            </a:r>
          </a:p>
        </p:txBody>
      </p:sp>
      <p:pic>
        <p:nvPicPr>
          <p:cNvPr id="21" name="Picture 20" descr="Saveetha School of Engineering, Chennai, Tamil Nadu - Careerindia">
            <a:extLst>
              <a:ext uri="{FF2B5EF4-FFF2-40B4-BE49-F238E27FC236}">
                <a16:creationId xmlns:a16="http://schemas.microsoft.com/office/drawing/2014/main" id="{DD93C24C-581F-3ED2-56FD-A26CE23A65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617" y="137651"/>
            <a:ext cx="982441" cy="1292764"/>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descr="CFP: Conference on Smart &amp; Modernisation Techniques @ Saveetha University,  Chennai [Mar 16-17] : Submit by Jan 8 - NoticeBard | Home">
            <a:extLst>
              <a:ext uri="{FF2B5EF4-FFF2-40B4-BE49-F238E27FC236}">
                <a16:creationId xmlns:a16="http://schemas.microsoft.com/office/drawing/2014/main" id="{D73C6703-6A6B-1112-1125-13BFDE33AE0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82173" y="-563092"/>
            <a:ext cx="3052177" cy="2532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9234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47235-7D25-8C6F-55C5-A5206B9BE74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C240702-3977-6940-F242-0828F2101398}"/>
              </a:ext>
            </a:extLst>
          </p:cNvPr>
          <p:cNvSpPr txBox="1"/>
          <p:nvPr/>
        </p:nvSpPr>
        <p:spPr>
          <a:xfrm>
            <a:off x="1171575" y="533400"/>
            <a:ext cx="9848850" cy="1323439"/>
          </a:xfrm>
          <a:prstGeom prst="rect">
            <a:avLst/>
          </a:prstGeom>
          <a:noFill/>
        </p:spPr>
        <p:txBody>
          <a:bodyPr wrap="square">
            <a:spAutoFit/>
          </a:bodyPr>
          <a:lstStyle/>
          <a:p>
            <a:pPr algn="ctr"/>
            <a:r>
              <a:rPr lang="en-IN" sz="4000" b="1" dirty="0">
                <a:latin typeface="Times New Roman" panose="02020603050405020304" pitchFamily="18" charset="0"/>
                <a:cs typeface="Times New Roman" panose="02020603050405020304" pitchFamily="18" charset="0"/>
              </a:rPr>
              <a:t>Module 2: Statistical Analysis &amp; Data Visualization</a:t>
            </a:r>
            <a:endParaRPr lang="en-US" sz="4000"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E4C55DE4-BEE9-6ECD-A924-14DC2E3B6B74}"/>
              </a:ext>
            </a:extLst>
          </p:cNvPr>
          <p:cNvSpPr>
            <a:spLocks noChangeArrowheads="1"/>
          </p:cNvSpPr>
          <p:nvPr/>
        </p:nvSpPr>
        <p:spPr bwMode="auto">
          <a:xfrm>
            <a:off x="1828800" y="1856839"/>
            <a:ext cx="8382000"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Analyze relationships between health factors and diabetes.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Perform correlation analysis between different variables.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Create charts such as bar charts, histograms, and box plots.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Create a correlation heatmap to identify strong relationships.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Compare diabetic and non-diabetic groups.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Generate meaningful insights and recommendations from the analysis.</a:t>
            </a:r>
          </a:p>
          <a:p>
            <a:pPr lvl="0">
              <a:lnSpc>
                <a:spcPct val="150000"/>
              </a:lnSpc>
            </a:pP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Technologies:</a:t>
            </a:r>
          </a:p>
          <a:p>
            <a:pPr>
              <a:lnSpc>
                <a:spcPct val="150000"/>
              </a:lnSpc>
            </a:pPr>
            <a:r>
              <a:rPr lang="en-IN" sz="2000" dirty="0">
                <a:latin typeface="Times New Roman" panose="02020603050405020304" pitchFamily="18" charset="0"/>
                <a:cs typeface="Times New Roman" panose="02020603050405020304" pitchFamily="18" charset="0"/>
              </a:rPr>
              <a:t>Matplotlib, Seaborn, Pandas</a:t>
            </a:r>
          </a:p>
          <a:p>
            <a:pPr marL="342900" indent="-342900">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4" name="Picture 3" descr="Saveetha School of Engineering, Chennai, Tamil Nadu - Careerindia">
            <a:extLst>
              <a:ext uri="{FF2B5EF4-FFF2-40B4-BE49-F238E27FC236}">
                <a16:creationId xmlns:a16="http://schemas.microsoft.com/office/drawing/2014/main" id="{2FE010D8-8F42-20DE-AA5E-A1E77A4B50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617" y="137651"/>
            <a:ext cx="982441" cy="129276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CFP: Conference on Smart &amp; Modernisation Techniques @ Saveetha University,  Chennai [Mar 16-17] : Submit by Jan 8 - NoticeBard | Home">
            <a:extLst>
              <a:ext uri="{FF2B5EF4-FFF2-40B4-BE49-F238E27FC236}">
                <a16:creationId xmlns:a16="http://schemas.microsoft.com/office/drawing/2014/main" id="{88DA828B-85CC-7A7E-4E61-E1071CAA19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2173" y="-563092"/>
            <a:ext cx="3052177" cy="2532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8902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DF5AF6-2EC4-8B59-5340-795A7E1BC9F7}"/>
              </a:ext>
            </a:extLst>
          </p:cNvPr>
          <p:cNvPicPr>
            <a:picLocks noChangeAspect="1"/>
          </p:cNvPicPr>
          <p:nvPr/>
        </p:nvPicPr>
        <p:blipFill>
          <a:blip r:embed="rId2"/>
          <a:stretch>
            <a:fillRect/>
          </a:stretch>
        </p:blipFill>
        <p:spPr>
          <a:xfrm>
            <a:off x="884789" y="1659816"/>
            <a:ext cx="5715000" cy="2115808"/>
          </a:xfrm>
          <a:prstGeom prst="rect">
            <a:avLst/>
          </a:prstGeom>
        </p:spPr>
      </p:pic>
      <p:sp>
        <p:nvSpPr>
          <p:cNvPr id="5" name="TextBox 4">
            <a:extLst>
              <a:ext uri="{FF2B5EF4-FFF2-40B4-BE49-F238E27FC236}">
                <a16:creationId xmlns:a16="http://schemas.microsoft.com/office/drawing/2014/main" id="{205DC594-0B96-A2C0-3868-B22A17780BEE}"/>
              </a:ext>
            </a:extLst>
          </p:cNvPr>
          <p:cNvSpPr txBox="1"/>
          <p:nvPr/>
        </p:nvSpPr>
        <p:spPr>
          <a:xfrm>
            <a:off x="2590800" y="1192768"/>
            <a:ext cx="2819400" cy="369332"/>
          </a:xfrm>
          <a:prstGeom prst="rect">
            <a:avLst/>
          </a:prstGeom>
          <a:noFill/>
        </p:spPr>
        <p:txBody>
          <a:bodyPr wrap="square">
            <a:spAutoFit/>
          </a:bodyPr>
          <a:lstStyle/>
          <a:p>
            <a:pPr marL="0" marR="0" indent="0" algn="l">
              <a:buNone/>
            </a:pPr>
            <a:r>
              <a:rPr lang="en-IN" b="1" i="0" dirty="0">
                <a:solidFill>
                  <a:sysClr val="windowText" lastClr="000000"/>
                </a:solidFill>
                <a:effectLst/>
                <a:latin typeface="Times New Roman" panose="02020603050405020304" pitchFamily="18" charset="0"/>
                <a:cs typeface="Times New Roman" panose="02020603050405020304" pitchFamily="18" charset="0"/>
              </a:rPr>
              <a:t>Correlation Analysis</a:t>
            </a:r>
            <a:endParaRPr lang="en-IN" b="1" i="0" dirty="0">
              <a:solidFill>
                <a:srgbClr val="31333F"/>
              </a:solidFill>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AF012A4-59FB-D0C7-623E-51AA84CB6F87}"/>
              </a:ext>
            </a:extLst>
          </p:cNvPr>
          <p:cNvPicPr>
            <a:picLocks noChangeAspect="1"/>
          </p:cNvPicPr>
          <p:nvPr/>
        </p:nvPicPr>
        <p:blipFill>
          <a:blip r:embed="rId3"/>
          <a:stretch>
            <a:fillRect/>
          </a:stretch>
        </p:blipFill>
        <p:spPr>
          <a:xfrm>
            <a:off x="7239000" y="1562100"/>
            <a:ext cx="4343400" cy="2286000"/>
          </a:xfrm>
          <a:prstGeom prst="rect">
            <a:avLst/>
          </a:prstGeom>
        </p:spPr>
      </p:pic>
      <p:sp>
        <p:nvSpPr>
          <p:cNvPr id="9" name="TextBox 8">
            <a:extLst>
              <a:ext uri="{FF2B5EF4-FFF2-40B4-BE49-F238E27FC236}">
                <a16:creationId xmlns:a16="http://schemas.microsoft.com/office/drawing/2014/main" id="{E4523EA0-EEC2-6909-D895-7B8001A221B0}"/>
              </a:ext>
            </a:extLst>
          </p:cNvPr>
          <p:cNvSpPr txBox="1"/>
          <p:nvPr/>
        </p:nvSpPr>
        <p:spPr>
          <a:xfrm>
            <a:off x="8382000" y="1192768"/>
            <a:ext cx="3200400" cy="369332"/>
          </a:xfrm>
          <a:prstGeom prst="rect">
            <a:avLst/>
          </a:prstGeom>
          <a:noFill/>
        </p:spPr>
        <p:txBody>
          <a:bodyPr wrap="square">
            <a:spAutoFit/>
          </a:bodyPr>
          <a:lstStyle/>
          <a:p>
            <a:pPr marL="0" marR="0" indent="0" algn="l">
              <a:buNone/>
            </a:pPr>
            <a:r>
              <a:rPr lang="en-IN" b="1" i="0" dirty="0">
                <a:solidFill>
                  <a:sysClr val="windowText" lastClr="000000"/>
                </a:solidFill>
                <a:effectLst/>
                <a:latin typeface="Times New Roman" panose="02020603050405020304" pitchFamily="18" charset="0"/>
                <a:cs typeface="Times New Roman" panose="02020603050405020304" pitchFamily="18" charset="0"/>
              </a:rPr>
              <a:t>Correlation Heatmap</a:t>
            </a:r>
            <a:endParaRPr lang="en-IN" b="1" i="0" dirty="0">
              <a:solidFill>
                <a:srgbClr val="31333F"/>
              </a:solidFill>
              <a:effectLst/>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C70E363A-0D76-0F68-95F9-B653A929D4D4}"/>
              </a:ext>
            </a:extLst>
          </p:cNvPr>
          <p:cNvPicPr>
            <a:picLocks noChangeAspect="1"/>
          </p:cNvPicPr>
          <p:nvPr/>
        </p:nvPicPr>
        <p:blipFill>
          <a:blip r:embed="rId4"/>
          <a:stretch>
            <a:fillRect/>
          </a:stretch>
        </p:blipFill>
        <p:spPr>
          <a:xfrm>
            <a:off x="1025013" y="4495800"/>
            <a:ext cx="5434553" cy="2115808"/>
          </a:xfrm>
          <a:prstGeom prst="rect">
            <a:avLst/>
          </a:prstGeom>
        </p:spPr>
      </p:pic>
      <p:sp>
        <p:nvSpPr>
          <p:cNvPr id="13" name="TextBox 12">
            <a:extLst>
              <a:ext uri="{FF2B5EF4-FFF2-40B4-BE49-F238E27FC236}">
                <a16:creationId xmlns:a16="http://schemas.microsoft.com/office/drawing/2014/main" id="{E436E68A-A93F-2F3A-2016-0F888AF088F2}"/>
              </a:ext>
            </a:extLst>
          </p:cNvPr>
          <p:cNvSpPr txBox="1"/>
          <p:nvPr/>
        </p:nvSpPr>
        <p:spPr>
          <a:xfrm>
            <a:off x="1905001" y="4036142"/>
            <a:ext cx="4694788" cy="369332"/>
          </a:xfrm>
          <a:prstGeom prst="rect">
            <a:avLst/>
          </a:prstGeom>
          <a:noFill/>
        </p:spPr>
        <p:txBody>
          <a:bodyPr wrap="square">
            <a:spAutoFit/>
          </a:bodyPr>
          <a:lstStyle/>
          <a:p>
            <a:pPr marL="0" marR="0" indent="0" algn="l">
              <a:buNone/>
            </a:pPr>
            <a:r>
              <a:rPr lang="en-IN" b="1" i="0" dirty="0">
                <a:solidFill>
                  <a:sysClr val="windowText" lastClr="000000"/>
                </a:solidFill>
                <a:effectLst/>
                <a:latin typeface="Times New Roman" panose="02020603050405020304" pitchFamily="18" charset="0"/>
                <a:cs typeface="Times New Roman" panose="02020603050405020304" pitchFamily="18" charset="0"/>
              </a:rPr>
              <a:t>Average Health Variables by Diabetes Group</a:t>
            </a:r>
            <a:endParaRPr lang="en-IN" b="1" i="0" dirty="0">
              <a:solidFill>
                <a:srgbClr val="31333F"/>
              </a:solidFill>
              <a:effectLst/>
              <a:latin typeface="Times New Roman" panose="02020603050405020304" pitchFamily="18" charset="0"/>
              <a:cs typeface="Times New Roman" panose="02020603050405020304" pitchFamily="18" charset="0"/>
            </a:endParaRPr>
          </a:p>
        </p:txBody>
      </p:sp>
      <p:pic>
        <p:nvPicPr>
          <p:cNvPr id="15" name="Picture 14" descr="Saveetha School of Engineering, Chennai, Tamil Nadu - Careerindia">
            <a:extLst>
              <a:ext uri="{FF2B5EF4-FFF2-40B4-BE49-F238E27FC236}">
                <a16:creationId xmlns:a16="http://schemas.microsoft.com/office/drawing/2014/main" id="{0013CA7D-15AE-9A57-F393-FF739562AC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617" y="137651"/>
            <a:ext cx="982441" cy="105511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CFP: Conference on Smart &amp; Modernisation Techniques @ Saveetha University,  Chennai [Mar 16-17] : Submit by Jan 8 - NoticeBard | Home">
            <a:extLst>
              <a:ext uri="{FF2B5EF4-FFF2-40B4-BE49-F238E27FC236}">
                <a16:creationId xmlns:a16="http://schemas.microsoft.com/office/drawing/2014/main" id="{9C7A9866-5885-18B0-1AAD-64D51193A8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82173" y="-563091"/>
            <a:ext cx="3052177" cy="222290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BA470DEF-F7F0-8BEF-5C02-43958E0F7A7D}"/>
              </a:ext>
            </a:extLst>
          </p:cNvPr>
          <p:cNvPicPr>
            <a:picLocks noChangeAspect="1"/>
          </p:cNvPicPr>
          <p:nvPr/>
        </p:nvPicPr>
        <p:blipFill>
          <a:blip r:embed="rId7"/>
          <a:stretch>
            <a:fillRect/>
          </a:stretch>
        </p:blipFill>
        <p:spPr>
          <a:xfrm>
            <a:off x="6878664" y="4184445"/>
            <a:ext cx="4541887" cy="2222909"/>
          </a:xfrm>
          <a:prstGeom prst="rect">
            <a:avLst/>
          </a:prstGeom>
        </p:spPr>
      </p:pic>
      <p:sp>
        <p:nvSpPr>
          <p:cNvPr id="21" name="TextBox 20">
            <a:extLst>
              <a:ext uri="{FF2B5EF4-FFF2-40B4-BE49-F238E27FC236}">
                <a16:creationId xmlns:a16="http://schemas.microsoft.com/office/drawing/2014/main" id="{F7AE26B5-FF52-0C3E-64AA-306E64ACFF7D}"/>
              </a:ext>
            </a:extLst>
          </p:cNvPr>
          <p:cNvSpPr txBox="1"/>
          <p:nvPr/>
        </p:nvSpPr>
        <p:spPr>
          <a:xfrm>
            <a:off x="5371872" y="207070"/>
            <a:ext cx="2175387" cy="769441"/>
          </a:xfrm>
          <a:prstGeom prst="rect">
            <a:avLst/>
          </a:prstGeom>
          <a:noFill/>
        </p:spPr>
        <p:txBody>
          <a:bodyPr wrap="square">
            <a:spAutoFit/>
          </a:bodyPr>
          <a:lstStyle/>
          <a:p>
            <a:pPr marL="0" marR="0" indent="0" algn="l">
              <a:buNone/>
            </a:pPr>
            <a:r>
              <a:rPr lang="en-IN" sz="4400" b="1" i="0" dirty="0">
                <a:solidFill>
                  <a:schemeClr val="tx1"/>
                </a:solidFill>
                <a:effectLst/>
                <a:latin typeface="Times New Roman" panose="02020603050405020304" pitchFamily="18" charset="0"/>
                <a:cs typeface="Times New Roman" panose="02020603050405020304" pitchFamily="18" charset="0"/>
              </a:rPr>
              <a:t>Output</a:t>
            </a:r>
          </a:p>
        </p:txBody>
      </p:sp>
    </p:spTree>
    <p:extLst>
      <p:ext uri="{BB962C8B-B14F-4D97-AF65-F5344CB8AC3E}">
        <p14:creationId xmlns:p14="http://schemas.microsoft.com/office/powerpoint/2010/main" val="394418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aveetha School of Engineering, Chennai, Tamil Nadu - Careerindia">
            <a:extLst>
              <a:ext uri="{FF2B5EF4-FFF2-40B4-BE49-F238E27FC236}">
                <a16:creationId xmlns:a16="http://schemas.microsoft.com/office/drawing/2014/main" id="{93A915AF-FD33-882E-4035-470822D218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617" y="137651"/>
            <a:ext cx="982441" cy="105511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CFP: Conference on Smart &amp; Modernisation Techniques @ Saveetha University,  Chennai [Mar 16-17] : Submit by Jan 8 - NoticeBard | Home">
            <a:extLst>
              <a:ext uri="{FF2B5EF4-FFF2-40B4-BE49-F238E27FC236}">
                <a16:creationId xmlns:a16="http://schemas.microsoft.com/office/drawing/2014/main" id="{9C49A7D8-034B-1A9C-18BF-4897CA17AE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2173" y="-563091"/>
            <a:ext cx="3052177" cy="222290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915639B-B0AB-E703-F85F-6D6F3BF13878}"/>
              </a:ext>
            </a:extLst>
          </p:cNvPr>
          <p:cNvSpPr txBox="1"/>
          <p:nvPr/>
        </p:nvSpPr>
        <p:spPr>
          <a:xfrm>
            <a:off x="4800600" y="280488"/>
            <a:ext cx="3699387" cy="769441"/>
          </a:xfrm>
          <a:prstGeom prst="rect">
            <a:avLst/>
          </a:prstGeom>
          <a:noFill/>
        </p:spPr>
        <p:txBody>
          <a:bodyPr wrap="square">
            <a:spAutoFit/>
          </a:bodyPr>
          <a:lstStyle/>
          <a:p>
            <a:pPr marL="0" marR="0" indent="0" algn="l">
              <a:buNone/>
            </a:pPr>
            <a:r>
              <a:rPr lang="en-IN" sz="4400" b="1" i="0" dirty="0">
                <a:solidFill>
                  <a:schemeClr val="tx1"/>
                </a:solidFill>
                <a:effectLst/>
                <a:latin typeface="Times New Roman" panose="02020603050405020304" pitchFamily="18" charset="0"/>
                <a:cs typeface="Times New Roman" panose="02020603050405020304" pitchFamily="18" charset="0"/>
              </a:rPr>
              <a:t>Dashboard</a:t>
            </a:r>
          </a:p>
        </p:txBody>
      </p:sp>
      <p:pic>
        <p:nvPicPr>
          <p:cNvPr id="9" name="Picture 8">
            <a:extLst>
              <a:ext uri="{FF2B5EF4-FFF2-40B4-BE49-F238E27FC236}">
                <a16:creationId xmlns:a16="http://schemas.microsoft.com/office/drawing/2014/main" id="{B82BD8A2-1CC9-2FE2-8322-4758D38A0507}"/>
              </a:ext>
            </a:extLst>
          </p:cNvPr>
          <p:cNvPicPr>
            <a:picLocks noChangeAspect="1"/>
          </p:cNvPicPr>
          <p:nvPr/>
        </p:nvPicPr>
        <p:blipFill>
          <a:blip r:embed="rId4"/>
          <a:stretch>
            <a:fillRect/>
          </a:stretch>
        </p:blipFill>
        <p:spPr>
          <a:xfrm>
            <a:off x="868226" y="1295400"/>
            <a:ext cx="4922973" cy="2465264"/>
          </a:xfrm>
          <a:prstGeom prst="rect">
            <a:avLst/>
          </a:prstGeom>
        </p:spPr>
      </p:pic>
      <p:pic>
        <p:nvPicPr>
          <p:cNvPr id="11" name="Picture 10">
            <a:extLst>
              <a:ext uri="{FF2B5EF4-FFF2-40B4-BE49-F238E27FC236}">
                <a16:creationId xmlns:a16="http://schemas.microsoft.com/office/drawing/2014/main" id="{67F03882-A6A5-CD0C-5BFF-0214E06D8896}"/>
              </a:ext>
            </a:extLst>
          </p:cNvPr>
          <p:cNvPicPr>
            <a:picLocks noChangeAspect="1"/>
          </p:cNvPicPr>
          <p:nvPr/>
        </p:nvPicPr>
        <p:blipFill>
          <a:blip r:embed="rId5"/>
          <a:stretch>
            <a:fillRect/>
          </a:stretch>
        </p:blipFill>
        <p:spPr>
          <a:xfrm>
            <a:off x="868226" y="4006135"/>
            <a:ext cx="5227773" cy="2447963"/>
          </a:xfrm>
          <a:prstGeom prst="rect">
            <a:avLst/>
          </a:prstGeom>
        </p:spPr>
      </p:pic>
      <p:pic>
        <p:nvPicPr>
          <p:cNvPr id="13" name="Picture 12">
            <a:extLst>
              <a:ext uri="{FF2B5EF4-FFF2-40B4-BE49-F238E27FC236}">
                <a16:creationId xmlns:a16="http://schemas.microsoft.com/office/drawing/2014/main" id="{DF9042F1-AB0B-D66B-1632-F9592649CA9F}"/>
              </a:ext>
            </a:extLst>
          </p:cNvPr>
          <p:cNvPicPr>
            <a:picLocks noChangeAspect="1"/>
          </p:cNvPicPr>
          <p:nvPr/>
        </p:nvPicPr>
        <p:blipFill>
          <a:blip r:embed="rId6"/>
          <a:stretch>
            <a:fillRect/>
          </a:stretch>
        </p:blipFill>
        <p:spPr>
          <a:xfrm>
            <a:off x="6400802" y="1805002"/>
            <a:ext cx="5562601" cy="4071448"/>
          </a:xfrm>
          <a:prstGeom prst="rect">
            <a:avLst/>
          </a:prstGeom>
        </p:spPr>
      </p:pic>
      <p:sp>
        <p:nvSpPr>
          <p:cNvPr id="15" name="TextBox 14">
            <a:extLst>
              <a:ext uri="{FF2B5EF4-FFF2-40B4-BE49-F238E27FC236}">
                <a16:creationId xmlns:a16="http://schemas.microsoft.com/office/drawing/2014/main" id="{96D6AAF9-6451-4A08-261A-050180A73721}"/>
              </a:ext>
            </a:extLst>
          </p:cNvPr>
          <p:cNvSpPr txBox="1"/>
          <p:nvPr/>
        </p:nvSpPr>
        <p:spPr>
          <a:xfrm>
            <a:off x="8382000" y="1453252"/>
            <a:ext cx="3394587" cy="369332"/>
          </a:xfrm>
          <a:prstGeom prst="rect">
            <a:avLst/>
          </a:prstGeom>
          <a:noFill/>
        </p:spPr>
        <p:txBody>
          <a:bodyPr wrap="square">
            <a:spAutoFit/>
          </a:bodyPr>
          <a:lstStyle/>
          <a:p>
            <a:pPr marL="0" marR="0" indent="0" algn="l">
              <a:buNone/>
            </a:pPr>
            <a:r>
              <a:rPr lang="en-IN" b="1" i="0" dirty="0">
                <a:solidFill>
                  <a:sysClr val="windowText" lastClr="000000"/>
                </a:solidFill>
                <a:effectLst/>
                <a:latin typeface="Times New Roman" panose="02020603050405020304" pitchFamily="18" charset="0"/>
                <a:cs typeface="Times New Roman" panose="02020603050405020304" pitchFamily="18" charset="0"/>
              </a:rPr>
              <a:t>Diabetes Distribution</a:t>
            </a:r>
            <a:endParaRPr lang="en-IN" b="1" i="0" dirty="0">
              <a:solidFill>
                <a:srgbClr val="31333F"/>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8465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63616" y="609600"/>
            <a:ext cx="7664767" cy="958519"/>
          </a:xfrm>
          <a:prstGeom prst="rect">
            <a:avLst/>
          </a:prstGeom>
        </p:spPr>
        <p:txBody>
          <a:bodyPr vert="horz" wrap="square" lIns="0" tIns="278688" rIns="0" bIns="0" rtlCol="0">
            <a:spAutoFit/>
          </a:bodyPr>
          <a:lstStyle/>
          <a:p>
            <a:pPr marL="269237">
              <a:spcBef>
                <a:spcPts val="100"/>
              </a:spcBef>
            </a:pPr>
            <a:r>
              <a:rPr dirty="0">
                <a:latin typeface="Times New Roman" panose="02020603050405020304" pitchFamily="18" charset="0"/>
                <a:cs typeface="Times New Roman" panose="02020603050405020304" pitchFamily="18" charset="0"/>
              </a:rPr>
              <a:t>Results</a:t>
            </a:r>
            <a:r>
              <a:rPr spc="-9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91" dirty="0">
                <a:latin typeface="Times New Roman" panose="02020603050405020304" pitchFamily="18" charset="0"/>
                <a:cs typeface="Times New Roman" panose="02020603050405020304" pitchFamily="18" charset="0"/>
              </a:rPr>
              <a:t> </a:t>
            </a:r>
            <a:r>
              <a:rPr spc="-11" dirty="0">
                <a:latin typeface="Times New Roman" panose="02020603050405020304" pitchFamily="18" charset="0"/>
                <a:cs typeface="Times New Roman" panose="02020603050405020304" pitchFamily="18" charset="0"/>
              </a:rPr>
              <a:t>Recommendations</a:t>
            </a:r>
          </a:p>
        </p:txBody>
      </p:sp>
      <p:sp>
        <p:nvSpPr>
          <p:cNvPr id="3" name="Rectangle 1">
            <a:extLst>
              <a:ext uri="{FF2B5EF4-FFF2-40B4-BE49-F238E27FC236}">
                <a16:creationId xmlns:a16="http://schemas.microsoft.com/office/drawing/2014/main" id="{E34E9099-95A7-428B-0885-FEB2DEC49449}"/>
              </a:ext>
            </a:extLst>
          </p:cNvPr>
          <p:cNvSpPr>
            <a:spLocks noChangeArrowheads="1"/>
          </p:cNvSpPr>
          <p:nvPr/>
        </p:nvSpPr>
        <p:spPr bwMode="auto">
          <a:xfrm>
            <a:off x="1066800" y="1981200"/>
            <a:ext cx="10058400"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Glucose and BMI showed important relationships with diabetes outcomes; regular glucose and BMI monitoring is recommended. </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Age and blood pressure were identified as important healthcare factors; routine health check-ups can help in early risk identification. </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Lifestyle factors such as physical activity and diet showed meaningful patterns; maintaining a balanced diet and regular exercise is recommended. </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 visualization and statistical analysis helped identify clear trends and relationships; these methods can support better healthcare decision-making. </a:t>
            </a:r>
          </a:p>
        </p:txBody>
      </p:sp>
      <p:pic>
        <p:nvPicPr>
          <p:cNvPr id="5" name="Picture 4" descr="Saveetha School of Engineering, Chennai, Tamil Nadu - Careerindia">
            <a:extLst>
              <a:ext uri="{FF2B5EF4-FFF2-40B4-BE49-F238E27FC236}">
                <a16:creationId xmlns:a16="http://schemas.microsoft.com/office/drawing/2014/main" id="{340D3EEA-AA82-1135-AC2E-CAC37D6FE8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617" y="137651"/>
            <a:ext cx="982441" cy="129276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CFP: Conference on Smart &amp; Modernisation Techniques @ Saveetha University,  Chennai [Mar 16-17] : Submit by Jan 8 - NoticeBard | Home">
            <a:extLst>
              <a:ext uri="{FF2B5EF4-FFF2-40B4-BE49-F238E27FC236}">
                <a16:creationId xmlns:a16="http://schemas.microsoft.com/office/drawing/2014/main" id="{E22CBCAB-7610-9378-7388-39585E2E44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2173" y="-563092"/>
            <a:ext cx="3052177" cy="25325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9597" y="923320"/>
            <a:ext cx="3352803" cy="689293"/>
          </a:xfrm>
          <a:prstGeom prst="rect">
            <a:avLst/>
          </a:prstGeom>
        </p:spPr>
        <p:txBody>
          <a:bodyPr vert="horz" wrap="square" lIns="0" tIns="12067" rIns="0" bIns="0" rtlCol="0">
            <a:spAutoFit/>
          </a:bodyPr>
          <a:lstStyle/>
          <a:p>
            <a:pPr marL="2421859" marR="5081" indent="-2332960">
              <a:lnSpc>
                <a:spcPct val="100299"/>
              </a:lnSpc>
              <a:spcBef>
                <a:spcPts val="95"/>
              </a:spcBef>
            </a:pPr>
            <a:r>
              <a:rPr lang="en-US" dirty="0">
                <a:latin typeface="Times New Roman" panose="02020603050405020304" pitchFamily="18" charset="0"/>
                <a:cs typeface="Times New Roman" panose="02020603050405020304" pitchFamily="18" charset="0"/>
              </a:rPr>
              <a:t>Future scope</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4F2E015-3ED6-AFFA-B4A2-888BED45CDB4}"/>
              </a:ext>
            </a:extLst>
          </p:cNvPr>
          <p:cNvSpPr txBox="1"/>
          <p:nvPr/>
        </p:nvSpPr>
        <p:spPr>
          <a:xfrm>
            <a:off x="1257299" y="2590800"/>
            <a:ext cx="9677397" cy="234532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Extend the system to predict other chronic diseases such as heart disease and hypertension </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Integrate real-time patient data from wearable health devices </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 deep learning techniques for improved prediction performance </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 a mobile or web-based healthcare application </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Implement personalized health recommendations based on patient risk levels </a:t>
            </a:r>
          </a:p>
        </p:txBody>
      </p:sp>
      <p:pic>
        <p:nvPicPr>
          <p:cNvPr id="5" name="Picture 4" descr="Saveetha School of Engineering, Chennai, Tamil Nadu - Careerindia">
            <a:extLst>
              <a:ext uri="{FF2B5EF4-FFF2-40B4-BE49-F238E27FC236}">
                <a16:creationId xmlns:a16="http://schemas.microsoft.com/office/drawing/2014/main" id="{BDB4C5FA-34FF-05E3-46FC-0A4D2A2D6D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617" y="137651"/>
            <a:ext cx="982441" cy="129276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CFP: Conference on Smart &amp; Modernisation Techniques @ Saveetha University,  Chennai [Mar 16-17] : Submit by Jan 8 - NoticeBard | Home">
            <a:extLst>
              <a:ext uri="{FF2B5EF4-FFF2-40B4-BE49-F238E27FC236}">
                <a16:creationId xmlns:a16="http://schemas.microsoft.com/office/drawing/2014/main" id="{282492D0-8989-3C69-A94B-79ED2FBEE3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2173" y="-563092"/>
            <a:ext cx="3052177" cy="25325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5C36A9A-16F6-4528-FBDB-02F84BCF1C11}"/>
              </a:ext>
            </a:extLst>
          </p:cNvPr>
          <p:cNvSpPr txBox="1"/>
          <p:nvPr/>
        </p:nvSpPr>
        <p:spPr>
          <a:xfrm>
            <a:off x="4619625" y="914400"/>
            <a:ext cx="2952750" cy="769441"/>
          </a:xfrm>
          <a:prstGeom prst="rect">
            <a:avLst/>
          </a:prstGeom>
          <a:noFill/>
        </p:spPr>
        <p:txBody>
          <a:bodyPr wrap="square">
            <a:spAutoFit/>
          </a:bodyPr>
          <a:lstStyle/>
          <a:p>
            <a:r>
              <a:rPr lang="en-IN" sz="4400" b="1" spc="-11" dirty="0">
                <a:solidFill>
                  <a:schemeClr val="tx1"/>
                </a:solidFill>
                <a:latin typeface="Times New Roman" panose="02020603050405020304" pitchFamily="18" charset="0"/>
                <a:cs typeface="Times New Roman" panose="02020603050405020304" pitchFamily="18" charset="0"/>
              </a:rPr>
              <a:t>Conclu</a:t>
            </a:r>
            <a:r>
              <a:rPr lang="en-IN" sz="4400" b="1" spc="-11" dirty="0">
                <a:latin typeface="Times New Roman" panose="02020603050405020304" pitchFamily="18" charset="0"/>
                <a:cs typeface="Times New Roman" panose="02020603050405020304" pitchFamily="18" charset="0"/>
              </a:rPr>
              <a:t>sion</a:t>
            </a:r>
            <a:endParaRPr lang="en-US" sz="4400" b="1" dirty="0"/>
          </a:p>
        </p:txBody>
      </p:sp>
      <p:sp>
        <p:nvSpPr>
          <p:cNvPr id="8" name="Rectangle 6">
            <a:extLst>
              <a:ext uri="{FF2B5EF4-FFF2-40B4-BE49-F238E27FC236}">
                <a16:creationId xmlns:a16="http://schemas.microsoft.com/office/drawing/2014/main" id="{7C64A2C4-6B6B-7B5A-8788-71136072A047}"/>
              </a:ext>
            </a:extLst>
          </p:cNvPr>
          <p:cNvSpPr>
            <a:spLocks noChangeArrowheads="1"/>
          </p:cNvSpPr>
          <p:nvPr/>
        </p:nvSpPr>
        <p:spPr bwMode="auto">
          <a:xfrm>
            <a:off x="1295400" y="1981200"/>
            <a:ext cx="9753600"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lnSpc>
                <a:spcPct val="150000"/>
              </a:lnSpc>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This project successfully explored diabetes risk factors using healthcare, lifestyle, and demographic data through data preprocessing, exploratory data analysis, statistical analysis, and data visualization. The analysis helped identify important patterns and relationships among factors such as glucose level, BMI, age, blood pressure, and lifestyle habits. The visualizations made the findings easier to understand and communicate. Overall, the proposed exploratory data analytics framework provides meaningful insights into diabetes risk factors and can support better health awareness, early identification of risks, and preventive decision-making.</a:t>
            </a:r>
          </a:p>
        </p:txBody>
      </p:sp>
      <p:pic>
        <p:nvPicPr>
          <p:cNvPr id="3" name="Picture 2" descr="Saveetha School of Engineering, Chennai, Tamil Nadu - Careerindia">
            <a:extLst>
              <a:ext uri="{FF2B5EF4-FFF2-40B4-BE49-F238E27FC236}">
                <a16:creationId xmlns:a16="http://schemas.microsoft.com/office/drawing/2014/main" id="{4FF3321E-BAE9-B20E-5D97-50BD2491D4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617" y="137651"/>
            <a:ext cx="982441" cy="129276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CFP: Conference on Smart &amp; Modernisation Techniques @ Saveetha University,  Chennai [Mar 16-17] : Submit by Jan 8 - NoticeBard | Home">
            <a:extLst>
              <a:ext uri="{FF2B5EF4-FFF2-40B4-BE49-F238E27FC236}">
                <a16:creationId xmlns:a16="http://schemas.microsoft.com/office/drawing/2014/main" id="{DB696ADF-A04E-F0DD-42CA-5AEF5B1F58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2173" y="-563092"/>
            <a:ext cx="3052177" cy="25325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EE0DD64-2AB7-8E91-756D-878E256FBCCC}"/>
              </a:ext>
            </a:extLst>
          </p:cNvPr>
          <p:cNvSpPr txBox="1"/>
          <p:nvPr/>
        </p:nvSpPr>
        <p:spPr>
          <a:xfrm>
            <a:off x="4572000" y="609600"/>
            <a:ext cx="3048000" cy="769441"/>
          </a:xfrm>
          <a:prstGeom prst="rect">
            <a:avLst/>
          </a:prstGeom>
          <a:noFill/>
        </p:spPr>
        <p:txBody>
          <a:bodyPr wrap="square">
            <a:spAutoFit/>
          </a:bodyPr>
          <a:lstStyle/>
          <a:p>
            <a:r>
              <a:rPr lang="en-IN" sz="4400" b="1" spc="-25" dirty="0">
                <a:solidFill>
                  <a:schemeClr val="tx1"/>
                </a:solidFill>
                <a:latin typeface="Times New Roman" panose="02020603050405020304" pitchFamily="18" charset="0"/>
                <a:cs typeface="Times New Roman" panose="02020603050405020304" pitchFamily="18" charset="0"/>
              </a:rPr>
              <a:t>References</a:t>
            </a:r>
            <a:endParaRPr lang="en-US" sz="4400" b="1"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14A04BE-979F-49FE-AAFA-F8578AC3350D}"/>
              </a:ext>
            </a:extLst>
          </p:cNvPr>
          <p:cNvSpPr txBox="1"/>
          <p:nvPr/>
        </p:nvSpPr>
        <p:spPr>
          <a:xfrm>
            <a:off x="1028700" y="1828800"/>
            <a:ext cx="10134600" cy="4191981"/>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2000" dirty="0">
                <a:solidFill>
                  <a:schemeClr val="tx1"/>
                </a:solidFill>
                <a:latin typeface="Times New Roman" panose="02020603050405020304" pitchFamily="18" charset="0"/>
                <a:cs typeface="Times New Roman" panose="02020603050405020304" pitchFamily="18" charset="0"/>
              </a:rPr>
              <a:t>International Diabetes Federation. (2023). </a:t>
            </a:r>
            <a:r>
              <a:rPr lang="en-IN" sz="2000" i="1" dirty="0">
                <a:solidFill>
                  <a:schemeClr val="tx1"/>
                </a:solidFill>
                <a:latin typeface="Times New Roman" panose="02020603050405020304" pitchFamily="18" charset="0"/>
                <a:cs typeface="Times New Roman" panose="02020603050405020304" pitchFamily="18" charset="0"/>
              </a:rPr>
              <a:t>IDF Diabetes Atlas</a:t>
            </a:r>
            <a:r>
              <a:rPr lang="en-IN" sz="2000" dirty="0">
                <a:solidFill>
                  <a:schemeClr val="tx1"/>
                </a:solidFill>
                <a:latin typeface="Times New Roman" panose="02020603050405020304" pitchFamily="18" charset="0"/>
                <a:cs typeface="Times New Roman" panose="02020603050405020304" pitchFamily="18" charset="0"/>
              </a:rPr>
              <a:t>, 10th Edition. </a:t>
            </a:r>
          </a:p>
          <a:p>
            <a:pPr marL="342900" lvl="0" indent="-342900">
              <a:lnSpc>
                <a:spcPct val="150000"/>
              </a:lnSpc>
              <a:buFont typeface="Arial" panose="020B0604020202020204" pitchFamily="34" charset="0"/>
              <a:buChar char="•"/>
            </a:pPr>
            <a:r>
              <a:rPr lang="en-IN" sz="2000" dirty="0">
                <a:solidFill>
                  <a:schemeClr val="tx1"/>
                </a:solidFill>
                <a:latin typeface="Times New Roman" panose="02020603050405020304" pitchFamily="18" charset="0"/>
                <a:cs typeface="Times New Roman" panose="02020603050405020304" pitchFamily="18" charset="0"/>
              </a:rPr>
              <a:t>World Health Organization. (2024). </a:t>
            </a:r>
            <a:r>
              <a:rPr lang="en-IN" sz="2000" i="1" dirty="0">
                <a:solidFill>
                  <a:schemeClr val="tx1"/>
                </a:solidFill>
                <a:latin typeface="Times New Roman" panose="02020603050405020304" pitchFamily="18" charset="0"/>
                <a:cs typeface="Times New Roman" panose="02020603050405020304" pitchFamily="18" charset="0"/>
              </a:rPr>
              <a:t>Diabetes – Key Facts</a:t>
            </a:r>
            <a:r>
              <a:rPr lang="en-IN" sz="2000" dirty="0">
                <a:solidFill>
                  <a:schemeClr val="tx1"/>
                </a:solidFill>
                <a:latin typeface="Times New Roman" panose="02020603050405020304" pitchFamily="18" charset="0"/>
                <a:cs typeface="Times New Roman" panose="02020603050405020304" pitchFamily="18" charset="0"/>
              </a:rPr>
              <a:t>. </a:t>
            </a:r>
            <a:r>
              <a:rPr lang="en-IN" sz="2000" dirty="0">
                <a:solidFill>
                  <a:schemeClr val="tx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World Health Organization</a:t>
            </a:r>
            <a:r>
              <a:rPr lang="en-IN" sz="2000" dirty="0">
                <a:solidFill>
                  <a:schemeClr val="tx1"/>
                </a:solidFill>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sz="2000" dirty="0" err="1">
                <a:solidFill>
                  <a:schemeClr val="tx1"/>
                </a:solidFill>
                <a:latin typeface="Times New Roman" panose="02020603050405020304" pitchFamily="18" charset="0"/>
                <a:cs typeface="Times New Roman" panose="02020603050405020304" pitchFamily="18" charset="0"/>
              </a:rPr>
              <a:t>Centers</a:t>
            </a:r>
            <a:r>
              <a:rPr lang="en-IN" sz="2000" dirty="0">
                <a:solidFill>
                  <a:schemeClr val="tx1"/>
                </a:solidFill>
                <a:latin typeface="Times New Roman" panose="02020603050405020304" pitchFamily="18" charset="0"/>
                <a:cs typeface="Times New Roman" panose="02020603050405020304" pitchFamily="18" charset="0"/>
              </a:rPr>
              <a:t> for Disease Control and Prevention. (2024). </a:t>
            </a:r>
            <a:r>
              <a:rPr lang="en-IN" sz="2000" i="1" dirty="0">
                <a:solidFill>
                  <a:schemeClr val="tx1"/>
                </a:solidFill>
                <a:latin typeface="Times New Roman" panose="02020603050405020304" pitchFamily="18" charset="0"/>
                <a:cs typeface="Times New Roman" panose="02020603050405020304" pitchFamily="18" charset="0"/>
              </a:rPr>
              <a:t>National Diabetes Statistics Report</a:t>
            </a:r>
            <a:r>
              <a:rPr lang="en-IN" sz="2000" dirty="0">
                <a:solidFill>
                  <a:schemeClr val="tx1"/>
                </a:solidFill>
                <a:latin typeface="Times New Roman" panose="02020603050405020304" pitchFamily="18" charset="0"/>
                <a:cs typeface="Times New Roman" panose="02020603050405020304" pitchFamily="18" charset="0"/>
              </a:rPr>
              <a:t>. CDC Diabetes Resources </a:t>
            </a:r>
          </a:p>
          <a:p>
            <a:pPr marL="342900" lvl="0" indent="-342900">
              <a:lnSpc>
                <a:spcPct val="150000"/>
              </a:lnSpc>
              <a:buFont typeface="Arial" panose="020B0604020202020204" pitchFamily="34" charset="0"/>
              <a:buChar char="•"/>
            </a:pPr>
            <a:r>
              <a:rPr lang="en-IN" sz="2000" dirty="0">
                <a:solidFill>
                  <a:schemeClr val="tx1"/>
                </a:solidFill>
                <a:latin typeface="Times New Roman" panose="02020603050405020304" pitchFamily="18" charset="0"/>
                <a:cs typeface="Times New Roman" panose="02020603050405020304" pitchFamily="18" charset="0"/>
              </a:rPr>
              <a:t>American Diabetes Association. (2024). </a:t>
            </a:r>
            <a:r>
              <a:rPr lang="en-IN" sz="2000" i="1" dirty="0">
                <a:solidFill>
                  <a:schemeClr val="tx1"/>
                </a:solidFill>
                <a:latin typeface="Times New Roman" panose="02020603050405020304" pitchFamily="18" charset="0"/>
                <a:cs typeface="Times New Roman" panose="02020603050405020304" pitchFamily="18" charset="0"/>
              </a:rPr>
              <a:t>Standards of Care in Diabetes</a:t>
            </a:r>
            <a:r>
              <a:rPr lang="en-IN" sz="2000" dirty="0">
                <a:solidFill>
                  <a:schemeClr val="tx1"/>
                </a:solidFill>
                <a:latin typeface="Times New Roman" panose="02020603050405020304" pitchFamily="18" charset="0"/>
                <a:cs typeface="Times New Roman" panose="02020603050405020304" pitchFamily="18" charset="0"/>
              </a:rPr>
              <a:t>. </a:t>
            </a:r>
            <a:r>
              <a:rPr lang="en-IN" sz="2000" dirty="0">
                <a:solidFill>
                  <a:schemeClr val="tx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American Diabetes Association</a:t>
            </a:r>
            <a:r>
              <a:rPr lang="en-IN" sz="2000" dirty="0">
                <a:solidFill>
                  <a:schemeClr val="tx1"/>
                </a:solidFill>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sz="2000" dirty="0">
                <a:solidFill>
                  <a:schemeClr val="tx1"/>
                </a:solidFill>
                <a:latin typeface="Times New Roman" panose="02020603050405020304" pitchFamily="18" charset="0"/>
                <a:cs typeface="Times New Roman" panose="02020603050405020304" pitchFamily="18" charset="0"/>
              </a:rPr>
              <a:t>International Diabetes Federation. (2025). </a:t>
            </a:r>
            <a:r>
              <a:rPr lang="en-IN" sz="2000" i="1" dirty="0">
                <a:solidFill>
                  <a:schemeClr val="tx1"/>
                </a:solidFill>
                <a:latin typeface="Times New Roman" panose="02020603050405020304" pitchFamily="18" charset="0"/>
                <a:cs typeface="Times New Roman" panose="02020603050405020304" pitchFamily="18" charset="0"/>
              </a:rPr>
              <a:t>Diabetes Atlas and Global Diabetes Data</a:t>
            </a:r>
            <a:r>
              <a:rPr lang="en-IN" sz="2000" dirty="0">
                <a:solidFill>
                  <a:schemeClr val="tx1"/>
                </a:solidFill>
                <a:latin typeface="Times New Roman" panose="02020603050405020304" pitchFamily="18" charset="0"/>
                <a:cs typeface="Times New Roman" panose="02020603050405020304" pitchFamily="18" charset="0"/>
              </a:rPr>
              <a:t>. </a:t>
            </a:r>
            <a:r>
              <a:rPr lang="en-IN" sz="2000" dirty="0">
                <a:solidFill>
                  <a:schemeClr val="tx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International Diabetes Federation</a:t>
            </a:r>
            <a:endParaRPr lang="en-IN" sz="2000" dirty="0">
              <a:solidFill>
                <a:schemeClr val="tx1"/>
              </a:solidFill>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3" name="Picture 2" descr="Saveetha School of Engineering, Chennai, Tamil Nadu - Careerindia">
            <a:extLst>
              <a:ext uri="{FF2B5EF4-FFF2-40B4-BE49-F238E27FC236}">
                <a16:creationId xmlns:a16="http://schemas.microsoft.com/office/drawing/2014/main" id="{4E59980A-8487-4F68-65C0-E82AFE5D991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617" y="137651"/>
            <a:ext cx="982441" cy="129276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CFP: Conference on Smart &amp; Modernisation Techniques @ Saveetha University,  Chennai [Mar 16-17] : Submit by Jan 8 - NoticeBard | Home">
            <a:extLst>
              <a:ext uri="{FF2B5EF4-FFF2-40B4-BE49-F238E27FC236}">
                <a16:creationId xmlns:a16="http://schemas.microsoft.com/office/drawing/2014/main" id="{6D0978BC-98F5-FE92-FC2A-2102AACF199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82173" y="-563092"/>
            <a:ext cx="3052177" cy="25325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2362200"/>
            <a:ext cx="10626271" cy="1758737"/>
          </a:xfrm>
          <a:prstGeom prst="rect">
            <a:avLst/>
          </a:prstGeom>
        </p:spPr>
        <p:txBody>
          <a:bodyPr vert="horz" wrap="square" lIns="0" tIns="278688" rIns="0" bIns="0" rtlCol="0">
            <a:spAutoFit/>
          </a:bodyPr>
          <a:lstStyle/>
          <a:p>
            <a:pPr marL="2484725">
              <a:spcBef>
                <a:spcPts val="100"/>
              </a:spcBef>
            </a:pPr>
            <a:r>
              <a:rPr lang="en-GB" sz="9600" spc="-11" dirty="0">
                <a:latin typeface="Times New Roman" panose="02020603050405020304" pitchFamily="18" charset="0"/>
                <a:cs typeface="Times New Roman" panose="02020603050405020304" pitchFamily="18" charset="0"/>
              </a:rPr>
              <a:t>THANK YOU!</a:t>
            </a:r>
            <a:endParaRPr sz="9600" spc="-11" dirty="0">
              <a:latin typeface="Times New Roman" panose="02020603050405020304" pitchFamily="18" charset="0"/>
              <a:cs typeface="Times New Roman" panose="02020603050405020304" pitchFamily="18" charset="0"/>
            </a:endParaRPr>
          </a:p>
        </p:txBody>
      </p:sp>
      <p:pic>
        <p:nvPicPr>
          <p:cNvPr id="4" name="Picture 3" descr="Saveetha School of Engineering, Chennai, Tamil Nadu - Careerindia">
            <a:extLst>
              <a:ext uri="{FF2B5EF4-FFF2-40B4-BE49-F238E27FC236}">
                <a16:creationId xmlns:a16="http://schemas.microsoft.com/office/drawing/2014/main" id="{93C3691C-009D-EEE4-A870-E92F876490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617" y="137651"/>
            <a:ext cx="982441" cy="129276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CFP: Conference on Smart &amp; Modernisation Techniques @ Saveetha University,  Chennai [Mar 16-17] : Submit by Jan 8 - NoticeBard | Home">
            <a:extLst>
              <a:ext uri="{FF2B5EF4-FFF2-40B4-BE49-F238E27FC236}">
                <a16:creationId xmlns:a16="http://schemas.microsoft.com/office/drawing/2014/main" id="{F06FC080-C363-F370-9828-C2225BC528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2173" y="-563092"/>
            <a:ext cx="3052177" cy="25325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1879</TotalTime>
  <Words>973</Words>
  <Application>Microsoft Office PowerPoint</Application>
  <PresentationFormat>Widescreen</PresentationFormat>
  <Paragraphs>111</Paragraphs>
  <Slides>17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Times New Roman</vt:lpstr>
      <vt:lpstr>Wingdings</vt:lpstr>
      <vt:lpstr>Office Theme</vt:lpstr>
      <vt:lpstr> Department of Artificial Intelligence and Data Science  </vt:lpstr>
      <vt:lpstr>PowerPoint Presentation</vt:lpstr>
      <vt:lpstr>PowerPoint Presentation</vt:lpstr>
      <vt:lpstr>SDG Mapping</vt:lpstr>
      <vt:lpstr>PowerPoint Presentation</vt:lpstr>
      <vt:lpstr>Problem statement</vt:lpstr>
      <vt:lpstr>PowerPoint Presentation</vt:lpstr>
      <vt:lpstr>PowerPoint Presentation</vt:lpstr>
      <vt:lpstr>PowerPoint Presentation</vt:lpstr>
      <vt:lpstr>PowerPoint Presentation</vt:lpstr>
      <vt:lpstr>PowerPoint Presentation</vt:lpstr>
      <vt:lpstr>PowerPoint Presentation</vt:lpstr>
      <vt:lpstr>Results and Recommendations</vt:lpstr>
      <vt:lpstr>Future scope</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 Presentation Format.pptx</dc:title>
  <dc:creator>CHARULATHA</dc:creator>
  <cp:lastModifiedBy>BC Yugesh</cp:lastModifiedBy>
  <cp:revision>36</cp:revision>
  <dcterms:created xsi:type="dcterms:W3CDTF">2025-12-20T07:51:13Z</dcterms:created>
  <dcterms:modified xsi:type="dcterms:W3CDTF">2026-08-31T03:09:30Z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2025-12-20T00:00:00Z</vt:filetime>
  </property>
  <property fmtid="{D5CDD505-2E9C-101B-9397-08002B2CF9AE}" pid="3" name="Creator">
    <vt:lpwstr>Google</vt:lpwstr>
  </property>
  <property fmtid="{D5CDD505-2E9C-101B-9397-08002B2CF9AE}" pid="4" name="LastSaved">
    <vt:filetime>2025-12-20T00:00:00Z</vt:filetime>
  </property>
</Properties>
</file>